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017" y="314199"/>
            <a:ext cx="17693964" cy="1366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89166" y="4510092"/>
            <a:ext cx="9376410" cy="2799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16277" y="0"/>
            <a:ext cx="8572500" cy="10287000"/>
            <a:chOff x="9716277" y="0"/>
            <a:chExt cx="85725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529541" y="3919690"/>
              <a:ext cx="3758458" cy="44234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6277" y="0"/>
              <a:ext cx="8572060" cy="10287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16000" y="1297713"/>
            <a:ext cx="3404235" cy="1746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300" spc="355" dirty="0">
                <a:solidFill>
                  <a:srgbClr val="40426F"/>
                </a:solidFill>
              </a:rPr>
              <a:t>MEDI</a:t>
            </a:r>
            <a:endParaRPr sz="11300"/>
          </a:p>
        </p:txBody>
      </p:sp>
      <p:sp>
        <p:nvSpPr>
          <p:cNvPr id="6" name="object 6"/>
          <p:cNvSpPr txBox="1"/>
          <p:nvPr/>
        </p:nvSpPr>
        <p:spPr>
          <a:xfrm>
            <a:off x="1016000" y="2556530"/>
            <a:ext cx="5294630" cy="1746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300" spc="79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SEARCH</a:t>
            </a:r>
            <a:endParaRPr sz="1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274" y="764545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7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4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6274" y="840745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4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5324" y="917898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7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4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61119" y="7283474"/>
            <a:ext cx="8313420" cy="246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40"/>
              </a:lnSpc>
              <a:spcBef>
                <a:spcPts val="100"/>
              </a:spcBef>
            </a:pPr>
            <a:r>
              <a:rPr sz="5900" spc="3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5900" spc="-15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24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.Tejaswini</a:t>
            </a:r>
            <a:r>
              <a:rPr sz="5900" spc="-15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5900" spc="-15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-1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2520030510</a:t>
            </a:r>
            <a:endParaRPr sz="59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5985"/>
              </a:lnSpc>
            </a:pPr>
            <a:r>
              <a:rPr sz="590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G.</a:t>
            </a:r>
            <a:r>
              <a:rPr sz="5900" spc="-19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46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Sahasra</a:t>
            </a:r>
            <a:r>
              <a:rPr sz="5900" spc="-18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5900" spc="-18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-1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2520030108</a:t>
            </a:r>
            <a:endParaRPr sz="5900">
              <a:latin typeface="Calibri" panose="020F0502020204030204"/>
              <a:cs typeface="Calibri" panose="020F0502020204030204"/>
            </a:endParaRPr>
          </a:p>
          <a:p>
            <a:pPr marL="33655">
              <a:lnSpc>
                <a:spcPts val="6645"/>
              </a:lnSpc>
            </a:pPr>
            <a:r>
              <a:rPr sz="6000" spc="-14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M.</a:t>
            </a:r>
            <a:r>
              <a:rPr sz="6000" spc="-1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6000" spc="47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Akhila</a:t>
            </a:r>
            <a:r>
              <a:rPr sz="6000" spc="-16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6000" spc="9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6000" spc="-1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6000" spc="-1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2520030511</a:t>
            </a:r>
            <a:endParaRPr sz="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4072803" cy="404924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94" rIns="0" bIns="0" rtlCol="0">
            <a:spAutoFit/>
          </a:bodyPr>
          <a:lstStyle/>
          <a:p>
            <a:pPr marL="6809105">
              <a:lnSpc>
                <a:spcPct val="100000"/>
              </a:lnSpc>
              <a:spcBef>
                <a:spcPts val="100"/>
              </a:spcBef>
            </a:pPr>
            <a:r>
              <a:rPr sz="8500" spc="484" dirty="0"/>
              <a:t>Abstract</a:t>
            </a:r>
            <a:endParaRPr sz="8500"/>
          </a:p>
        </p:txBody>
      </p:sp>
      <p:sp>
        <p:nvSpPr>
          <p:cNvPr id="4" name="object 4"/>
          <p:cNvSpPr txBox="1"/>
          <p:nvPr/>
        </p:nvSpPr>
        <p:spPr>
          <a:xfrm>
            <a:off x="3172967" y="2334186"/>
            <a:ext cx="14604365" cy="76765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just">
              <a:lnSpc>
                <a:spcPts val="3530"/>
              </a:lnSpc>
              <a:spcBef>
                <a:spcPts val="430"/>
              </a:spcBef>
            </a:pPr>
            <a:r>
              <a:rPr sz="3200" spc="204" dirty="0">
                <a:latin typeface="Calibri" panose="020F0502020204030204"/>
                <a:cs typeface="Calibri" panose="020F0502020204030204"/>
              </a:rPr>
              <a:t>MediSearch:</a:t>
            </a:r>
            <a:r>
              <a:rPr sz="3200" spc="4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25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200" spc="5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200" spc="5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Retrieval</a:t>
            </a:r>
            <a:r>
              <a:rPr sz="3200" spc="5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System</a:t>
            </a:r>
            <a:r>
              <a:rPr sz="3200" spc="5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Using</a:t>
            </a:r>
            <a:r>
              <a:rPr sz="3200" spc="5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70" dirty="0">
                <a:latin typeface="Calibri" panose="020F0502020204030204"/>
                <a:cs typeface="Calibri" panose="020F0502020204030204"/>
              </a:rPr>
              <a:t>Advanced</a:t>
            </a:r>
            <a:r>
              <a:rPr sz="3200" spc="5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String Algorithms</a:t>
            </a:r>
            <a:r>
              <a:rPr sz="3200" spc="35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is</a:t>
            </a:r>
            <a:r>
              <a:rPr sz="3200" spc="36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</a:t>
            </a:r>
            <a:r>
              <a:rPr sz="3200" spc="36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70" dirty="0">
                <a:latin typeface="Calibri" panose="020F0502020204030204"/>
                <a:cs typeface="Calibri" panose="020F0502020204030204"/>
              </a:rPr>
              <a:t>Data</a:t>
            </a:r>
            <a:r>
              <a:rPr sz="3200" spc="36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70" dirty="0">
                <a:latin typeface="Calibri" panose="020F0502020204030204"/>
                <a:cs typeface="Calibri" panose="020F0502020204030204"/>
              </a:rPr>
              <a:t>Structures</a:t>
            </a:r>
            <a:r>
              <a:rPr sz="3200" spc="36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and</a:t>
            </a:r>
            <a:r>
              <a:rPr sz="3200" spc="36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Algorithms</a:t>
            </a:r>
            <a:r>
              <a:rPr sz="3200" spc="36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35" dirty="0">
                <a:latin typeface="Calibri" panose="020F0502020204030204"/>
                <a:cs typeface="Calibri" panose="020F0502020204030204"/>
              </a:rPr>
              <a:t>(DSA)-</a:t>
            </a:r>
            <a:r>
              <a:rPr sz="3200" spc="210" dirty="0">
                <a:latin typeface="Calibri" panose="020F0502020204030204"/>
                <a:cs typeface="Calibri" panose="020F0502020204030204"/>
              </a:rPr>
              <a:t>based</a:t>
            </a:r>
            <a:r>
              <a:rPr sz="3200" spc="36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project </a:t>
            </a:r>
            <a:r>
              <a:rPr sz="3200" spc="180" dirty="0">
                <a:latin typeface="Calibri" panose="020F0502020204030204"/>
                <a:cs typeface="Calibri" panose="020F0502020204030204"/>
              </a:rPr>
              <a:t>developed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85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4" dirty="0">
                <a:latin typeface="Calibri" panose="020F0502020204030204"/>
                <a:cs typeface="Calibri" panose="020F0502020204030204"/>
              </a:rPr>
              <a:t>enable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0" dirty="0">
                <a:latin typeface="Calibri" panose="020F0502020204030204"/>
                <a:cs typeface="Calibri" panose="020F0502020204030204"/>
              </a:rPr>
              <a:t>fast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and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efficient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searching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55" dirty="0">
                <a:latin typeface="Calibri" panose="020F0502020204030204"/>
                <a:cs typeface="Calibri" panose="020F0502020204030204"/>
              </a:rPr>
              <a:t>of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records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in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large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healthcare</a:t>
            </a:r>
            <a:r>
              <a:rPr sz="32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databases.</a:t>
            </a:r>
            <a:r>
              <a:rPr sz="32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Unlike</a:t>
            </a:r>
            <a:r>
              <a:rPr sz="32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traditional</a:t>
            </a:r>
            <a:r>
              <a:rPr sz="32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hospital</a:t>
            </a:r>
            <a:r>
              <a:rPr sz="32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management</a:t>
            </a:r>
            <a:r>
              <a:rPr sz="32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systems,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this</a:t>
            </a:r>
            <a:r>
              <a:rPr sz="3200" spc="7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4" dirty="0">
                <a:latin typeface="Calibri" panose="020F0502020204030204"/>
                <a:cs typeface="Calibri" panose="020F0502020204030204"/>
              </a:rPr>
              <a:t>project</a:t>
            </a:r>
            <a:r>
              <a:rPr sz="3200" spc="7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4" dirty="0">
                <a:latin typeface="Calibri" panose="020F0502020204030204"/>
                <a:cs typeface="Calibri" panose="020F0502020204030204"/>
              </a:rPr>
              <a:t>focuses</a:t>
            </a:r>
            <a:r>
              <a:rPr sz="3200" spc="7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60" dirty="0">
                <a:latin typeface="Calibri" panose="020F0502020204030204"/>
                <a:cs typeface="Calibri" panose="020F0502020204030204"/>
              </a:rPr>
              <a:t>on</a:t>
            </a:r>
            <a:r>
              <a:rPr sz="3200" spc="7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25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200" spc="7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200" spc="7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retrieval</a:t>
            </a:r>
            <a:r>
              <a:rPr sz="3200" spc="7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using</a:t>
            </a:r>
            <a:r>
              <a:rPr sz="3200" spc="7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advanced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200" spc="5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0" dirty="0">
                <a:latin typeface="Calibri" panose="020F0502020204030204"/>
                <a:cs typeface="Calibri" panose="020F0502020204030204"/>
              </a:rPr>
              <a:t>algorithms.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system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allows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users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85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records</a:t>
            </a:r>
            <a:r>
              <a:rPr sz="3200" spc="5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by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60" dirty="0">
                <a:latin typeface="Calibri" panose="020F0502020204030204"/>
                <a:cs typeface="Calibri" panose="020F0502020204030204"/>
              </a:rPr>
              <a:t>ID,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0" dirty="0">
                <a:latin typeface="Calibri" panose="020F0502020204030204"/>
                <a:cs typeface="Calibri" panose="020F0502020204030204"/>
              </a:rPr>
              <a:t>name,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disease,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symptoms,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diagnosis,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or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4" dirty="0">
                <a:latin typeface="Calibri" panose="020F0502020204030204"/>
                <a:cs typeface="Calibri" panose="020F0502020204030204"/>
              </a:rPr>
              <a:t>medicines.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It</a:t>
            </a:r>
            <a:r>
              <a:rPr sz="3200" spc="7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utilizes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HashMap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for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quick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4" dirty="0">
                <a:latin typeface="Calibri" panose="020F0502020204030204"/>
                <a:cs typeface="Calibri" panose="020F0502020204030204"/>
              </a:rPr>
              <a:t>ID</a:t>
            </a:r>
            <a:r>
              <a:rPr sz="32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lookup,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Trie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for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90" dirty="0">
                <a:latin typeface="Calibri" panose="020F0502020204030204"/>
                <a:cs typeface="Calibri" panose="020F0502020204030204"/>
              </a:rPr>
              <a:t>autocomplete</a:t>
            </a:r>
            <a:r>
              <a:rPr sz="32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and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prefix-</a:t>
            </a:r>
            <a:r>
              <a:rPr sz="3200" spc="210" dirty="0">
                <a:latin typeface="Calibri" panose="020F0502020204030204"/>
                <a:cs typeface="Calibri" panose="020F0502020204030204"/>
              </a:rPr>
              <a:t>based</a:t>
            </a:r>
            <a:r>
              <a:rPr sz="3200" spc="10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search,</a:t>
            </a:r>
            <a:r>
              <a:rPr sz="3200" spc="10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Knuth-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Morris-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Pratt</a:t>
            </a:r>
            <a:r>
              <a:rPr sz="3200" spc="10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10" dirty="0">
                <a:latin typeface="Calibri" panose="020F0502020204030204"/>
                <a:cs typeface="Calibri" panose="020F0502020204030204"/>
              </a:rPr>
              <a:t>(KMP)</a:t>
            </a:r>
            <a:r>
              <a:rPr sz="3200" spc="10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algorithm</a:t>
            </a:r>
            <a:r>
              <a:rPr sz="3200" spc="10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for</a:t>
            </a:r>
            <a:r>
              <a:rPr sz="3200" spc="10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efficient</a:t>
            </a:r>
            <a:r>
              <a:rPr sz="3200" spc="10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pattern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matching,</a:t>
            </a:r>
            <a:r>
              <a:rPr sz="3200" spc="45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and</a:t>
            </a:r>
            <a:r>
              <a:rPr sz="3200" spc="459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Edit</a:t>
            </a:r>
            <a:r>
              <a:rPr sz="3200" spc="459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Distance</a:t>
            </a:r>
            <a:r>
              <a:rPr sz="3200" spc="459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300" dirty="0">
                <a:latin typeface="Calibri" panose="020F0502020204030204"/>
                <a:cs typeface="Calibri" panose="020F0502020204030204"/>
              </a:rPr>
              <a:t>(Dynamic</a:t>
            </a:r>
            <a:r>
              <a:rPr sz="3200" spc="459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310" dirty="0">
                <a:latin typeface="Calibri" panose="020F0502020204030204"/>
                <a:cs typeface="Calibri" panose="020F0502020204030204"/>
              </a:rPr>
              <a:t>Programming)</a:t>
            </a:r>
            <a:r>
              <a:rPr sz="3200" spc="459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85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459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160" dirty="0">
                <a:latin typeface="Calibri" panose="020F0502020204030204"/>
                <a:cs typeface="Calibri" panose="020F0502020204030204"/>
              </a:rPr>
              <a:t>detect</a:t>
            </a:r>
            <a:r>
              <a:rPr sz="3200" spc="459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and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correct</a:t>
            </a:r>
            <a:r>
              <a:rPr sz="3200" spc="7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misspelled</a:t>
            </a:r>
            <a:r>
              <a:rPr sz="3200" spc="7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200" spc="7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terms.</a:t>
            </a:r>
            <a:r>
              <a:rPr sz="3200" spc="7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90" dirty="0">
                <a:latin typeface="Calibri" panose="020F0502020204030204"/>
                <a:cs typeface="Calibri" panose="020F0502020204030204"/>
              </a:rPr>
              <a:t>These</a:t>
            </a:r>
            <a:r>
              <a:rPr sz="3200" spc="7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algorithms</a:t>
            </a:r>
            <a:r>
              <a:rPr sz="3200" spc="7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0" dirty="0">
                <a:latin typeface="Calibri" panose="020F0502020204030204"/>
                <a:cs typeface="Calibri" panose="020F0502020204030204"/>
              </a:rPr>
              <a:t>reduce</a:t>
            </a:r>
            <a:r>
              <a:rPr sz="3200" spc="7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200" spc="7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60" dirty="0">
                <a:latin typeface="Calibri" panose="020F0502020204030204"/>
                <a:cs typeface="Calibri" panose="020F0502020204030204"/>
              </a:rPr>
              <a:t>time,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improve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305" dirty="0">
                <a:latin typeface="Calibri" panose="020F0502020204030204"/>
                <a:cs typeface="Calibri" panose="020F0502020204030204"/>
              </a:rPr>
              <a:t>accuracy,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and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provide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3200" spc="290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even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   </a:t>
            </a:r>
            <a:r>
              <a:rPr sz="3200" spc="225" dirty="0">
                <a:latin typeface="Calibri" panose="020F0502020204030204"/>
                <a:cs typeface="Calibri" panose="020F0502020204030204"/>
              </a:rPr>
              <a:t>for </a:t>
            </a:r>
            <a:r>
              <a:rPr sz="3200" spc="210" dirty="0">
                <a:latin typeface="Calibri" panose="020F0502020204030204"/>
                <a:cs typeface="Calibri" panose="020F0502020204030204"/>
              </a:rPr>
              <a:t>incomplete</a:t>
            </a:r>
            <a:r>
              <a:rPr sz="3200" spc="78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or</a:t>
            </a:r>
            <a:r>
              <a:rPr sz="3200" spc="78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incorrect</a:t>
            </a:r>
            <a:r>
              <a:rPr sz="3200" spc="78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90" dirty="0">
                <a:latin typeface="Calibri" panose="020F0502020204030204"/>
                <a:cs typeface="Calibri" panose="020F0502020204030204"/>
              </a:rPr>
              <a:t>queries.</a:t>
            </a:r>
            <a:r>
              <a:rPr sz="3200" spc="79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MediSearch</a:t>
            </a:r>
            <a:r>
              <a:rPr sz="3200" spc="78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35" dirty="0">
                <a:latin typeface="Calibri" panose="020F0502020204030204"/>
                <a:cs typeface="Calibri" panose="020F0502020204030204"/>
              </a:rPr>
              <a:t>demonstrates</a:t>
            </a:r>
            <a:r>
              <a:rPr sz="3200" spc="78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7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79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practical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application</a:t>
            </a:r>
            <a:r>
              <a:rPr sz="3200" spc="7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155" dirty="0">
                <a:latin typeface="Calibri" panose="020F0502020204030204"/>
                <a:cs typeface="Calibri" panose="020F0502020204030204"/>
              </a:rPr>
              <a:t>of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DSA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04" dirty="0">
                <a:latin typeface="Calibri" panose="020F0502020204030204"/>
                <a:cs typeface="Calibri" panose="020F0502020204030204"/>
              </a:rPr>
              <a:t>concepts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in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solving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real-world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healthcare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challenges </a:t>
            </a:r>
            <a:r>
              <a:rPr sz="3200" spc="285" dirty="0">
                <a:latin typeface="Calibri" panose="020F0502020204030204"/>
                <a:cs typeface="Calibri" panose="020F0502020204030204"/>
              </a:rPr>
              <a:t>by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0" dirty="0">
                <a:latin typeface="Calibri" panose="020F0502020204030204"/>
                <a:cs typeface="Calibri" panose="020F0502020204030204"/>
              </a:rPr>
              <a:t>delivering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scalable,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accurate,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and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25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1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2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95" dirty="0">
                <a:latin typeface="Calibri" panose="020F0502020204030204"/>
                <a:cs typeface="Calibri" panose="020F0502020204030204"/>
              </a:rPr>
              <a:t>retrieval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5" dirty="0">
                <a:latin typeface="Calibri" panose="020F0502020204030204"/>
                <a:cs typeface="Calibri" panose="020F0502020204030204"/>
              </a:rPr>
              <a:t>system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that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enhances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29" dirty="0">
                <a:latin typeface="Calibri" panose="020F0502020204030204"/>
                <a:cs typeface="Calibri" panose="020F0502020204030204"/>
              </a:rPr>
              <a:t>decision-</a:t>
            </a:r>
            <a:r>
              <a:rPr sz="3200" spc="330" dirty="0">
                <a:latin typeface="Calibri" panose="020F0502020204030204"/>
                <a:cs typeface="Calibri" panose="020F0502020204030204"/>
              </a:rPr>
              <a:t>making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75" dirty="0">
                <a:latin typeface="Calibri" panose="020F0502020204030204"/>
                <a:cs typeface="Calibri" panose="020F0502020204030204"/>
              </a:rPr>
              <a:t>and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improves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17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80" dirty="0">
                <a:latin typeface="Calibri" panose="020F0502020204030204"/>
                <a:cs typeface="Calibri" panose="020F0502020204030204"/>
              </a:rPr>
              <a:t>overall</a:t>
            </a:r>
            <a:r>
              <a:rPr sz="3200" spc="200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260" dirty="0">
                <a:latin typeface="Calibri" panose="020F0502020204030204"/>
                <a:cs typeface="Calibri" panose="020F0502020204030204"/>
              </a:rPr>
              <a:t>efficiency</a:t>
            </a:r>
            <a:r>
              <a:rPr sz="3200" spc="195" dirty="0">
                <a:latin typeface="Calibri" panose="020F0502020204030204"/>
                <a:cs typeface="Calibri" panose="020F0502020204030204"/>
              </a:rPr>
              <a:t>  </a:t>
            </a:r>
            <a:r>
              <a:rPr sz="3200" spc="130" dirty="0">
                <a:latin typeface="Calibri" panose="020F0502020204030204"/>
                <a:cs typeface="Calibri" panose="020F0502020204030204"/>
              </a:rPr>
              <a:t>of </a:t>
            </a:r>
            <a:r>
              <a:rPr sz="3200" spc="2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2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4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2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254" dirty="0">
                <a:latin typeface="Calibri" panose="020F0502020204030204"/>
                <a:cs typeface="Calibri" panose="020F0502020204030204"/>
              </a:rPr>
              <a:t>searching.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77494" y="545800"/>
            <a:ext cx="7435116" cy="9741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3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190" dirty="0"/>
              <a:t>Problem</a:t>
            </a:r>
            <a:r>
              <a:rPr sz="4700" spc="-110" dirty="0"/>
              <a:t> </a:t>
            </a:r>
            <a:r>
              <a:rPr sz="4700" spc="145" dirty="0"/>
              <a:t>Statement</a:t>
            </a:r>
            <a:endParaRPr sz="4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817" y="2280316"/>
            <a:ext cx="154781" cy="1547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817" y="4194840"/>
            <a:ext cx="154781" cy="1547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817" y="5630734"/>
            <a:ext cx="154781" cy="1547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817" y="7066627"/>
            <a:ext cx="154781" cy="1547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817" y="8502520"/>
            <a:ext cx="154781" cy="1547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31074" y="2067591"/>
            <a:ext cx="9427845" cy="77235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699135">
              <a:lnSpc>
                <a:spcPts val="3770"/>
              </a:lnSpc>
              <a:spcBef>
                <a:spcPts val="480"/>
              </a:spcBef>
            </a:pPr>
            <a:r>
              <a:rPr sz="3400" spc="190" dirty="0">
                <a:latin typeface="Calibri" panose="020F0502020204030204"/>
                <a:cs typeface="Calibri" panose="020F0502020204030204"/>
              </a:rPr>
              <a:t>Hospitals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10" dirty="0">
                <a:latin typeface="Calibri" panose="020F0502020204030204"/>
                <a:cs typeface="Calibri" panose="020F0502020204030204"/>
              </a:rPr>
              <a:t>store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15" dirty="0">
                <a:latin typeface="Calibri" panose="020F0502020204030204"/>
                <a:cs typeface="Calibri" panose="020F0502020204030204"/>
              </a:rPr>
              <a:t>large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amounts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05" dirty="0">
                <a:latin typeface="Calibri" panose="020F0502020204030204"/>
                <a:cs typeface="Calibri" panose="020F0502020204030204"/>
              </a:rPr>
              <a:t>of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data </a:t>
            </a:r>
            <a:r>
              <a:rPr sz="3400" spc="195" dirty="0">
                <a:latin typeface="Calibri" panose="020F0502020204030204"/>
                <a:cs typeface="Calibri" panose="020F0502020204030204"/>
              </a:rPr>
              <a:t>such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45" dirty="0">
                <a:latin typeface="Calibri" panose="020F0502020204030204"/>
                <a:cs typeface="Calibri" panose="020F0502020204030204"/>
              </a:rPr>
              <a:t>as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0" dirty="0">
                <a:latin typeface="Calibri" panose="020F0502020204030204"/>
                <a:cs typeface="Calibri" panose="020F0502020204030204"/>
              </a:rPr>
              <a:t>history,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diagnoses, </a:t>
            </a:r>
            <a:r>
              <a:rPr sz="3400" spc="165" dirty="0">
                <a:latin typeface="Calibri" panose="020F0502020204030204"/>
                <a:cs typeface="Calibri" panose="020F0502020204030204"/>
              </a:rPr>
              <a:t>prescriptions,</a:t>
            </a:r>
            <a:r>
              <a:rPr sz="3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04" dirty="0">
                <a:latin typeface="Calibri" panose="020F0502020204030204"/>
                <a:cs typeface="Calibri" panose="020F0502020204030204"/>
              </a:rPr>
              <a:t>laboratory</a:t>
            </a:r>
            <a:r>
              <a:rPr sz="3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0" dirty="0">
                <a:latin typeface="Calibri" panose="020F0502020204030204"/>
                <a:cs typeface="Calibri" panose="020F0502020204030204"/>
              </a:rPr>
              <a:t>reports,</a:t>
            </a:r>
            <a:r>
              <a:rPr sz="3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00" dirty="0">
                <a:latin typeface="Calibri" panose="020F0502020204030204"/>
                <a:cs typeface="Calibri" panose="020F0502020204030204"/>
              </a:rPr>
              <a:t>and </a:t>
            </a:r>
            <a:r>
              <a:rPr sz="3400" spc="105" dirty="0">
                <a:latin typeface="Calibri" panose="020F0502020204030204"/>
                <a:cs typeface="Calibri" panose="020F0502020204030204"/>
              </a:rPr>
              <a:t>appointments.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35"/>
              </a:lnSpc>
            </a:pPr>
            <a:r>
              <a:rPr sz="3400" spc="130" dirty="0">
                <a:latin typeface="Calibri" panose="020F0502020204030204"/>
                <a:cs typeface="Calibri" panose="020F0502020204030204"/>
              </a:rPr>
              <a:t>Doctors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300" dirty="0">
                <a:latin typeface="Calibri" panose="020F0502020204030204"/>
                <a:cs typeface="Calibri" panose="020F0502020204030204"/>
              </a:rPr>
              <a:t>may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04" dirty="0">
                <a:latin typeface="Calibri" panose="020F0502020204030204"/>
                <a:cs typeface="Calibri" panose="020F0502020204030204"/>
              </a:rPr>
              <a:t>find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0" dirty="0">
                <a:latin typeface="Calibri" panose="020F0502020204030204"/>
                <a:cs typeface="Calibri" panose="020F0502020204030204"/>
              </a:rPr>
              <a:t>it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5" dirty="0">
                <a:latin typeface="Calibri" panose="020F0502020204030204"/>
                <a:cs typeface="Calibri" panose="020F0502020204030204"/>
              </a:rPr>
              <a:t>difficult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5" dirty="0">
                <a:latin typeface="Calibri" panose="020F0502020204030204"/>
                <a:cs typeface="Calibri" panose="020F0502020204030204"/>
              </a:rPr>
              <a:t>and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14" dirty="0">
                <a:latin typeface="Calibri" panose="020F0502020204030204"/>
                <a:cs typeface="Calibri" panose="020F0502020204030204"/>
              </a:rPr>
              <a:t>time-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consuming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 marR="986790">
              <a:lnSpc>
                <a:spcPts val="3770"/>
              </a:lnSpc>
              <a:spcBef>
                <a:spcPts val="230"/>
              </a:spcBef>
            </a:pPr>
            <a:r>
              <a:rPr sz="3400" dirty="0">
                <a:latin typeface="Calibri" panose="020F0502020204030204"/>
                <a:cs typeface="Calibri" panose="020F0502020204030204"/>
              </a:rPr>
              <a:t>to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65" dirty="0">
                <a:latin typeface="Calibri" panose="020F0502020204030204"/>
                <a:cs typeface="Calibri" panose="020F0502020204030204"/>
              </a:rPr>
              <a:t>retrieve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10" dirty="0">
                <a:latin typeface="Calibri" panose="020F0502020204030204"/>
                <a:cs typeface="Calibri" panose="020F0502020204030204"/>
              </a:rPr>
              <a:t>the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required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information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quickly.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40"/>
              </a:lnSpc>
            </a:pPr>
            <a:r>
              <a:rPr sz="3400" spc="215" dirty="0">
                <a:latin typeface="Calibri" panose="020F0502020204030204"/>
                <a:cs typeface="Calibri" panose="020F0502020204030204"/>
              </a:rPr>
              <a:t>Traditional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5" dirty="0">
                <a:latin typeface="Calibri" panose="020F0502020204030204"/>
                <a:cs typeface="Calibri" panose="020F0502020204030204"/>
              </a:rPr>
              <a:t>record-</a:t>
            </a:r>
            <a:r>
              <a:rPr sz="3400" spc="20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5" dirty="0">
                <a:latin typeface="Calibri" panose="020F0502020204030204"/>
                <a:cs typeface="Calibri" panose="020F0502020204030204"/>
              </a:rPr>
              <a:t>methods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300" dirty="0">
                <a:latin typeface="Calibri" panose="020F0502020204030204"/>
                <a:cs typeface="Calibri" panose="020F0502020204030204"/>
              </a:rPr>
              <a:t>may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70" dirty="0">
                <a:latin typeface="Calibri" panose="020F0502020204030204"/>
                <a:cs typeface="Calibri" panose="020F0502020204030204"/>
              </a:rPr>
              <a:t>not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 marR="629285">
              <a:lnSpc>
                <a:spcPts val="3770"/>
              </a:lnSpc>
              <a:spcBef>
                <a:spcPts val="230"/>
              </a:spcBef>
            </a:pPr>
            <a:r>
              <a:rPr sz="3400" spc="165" dirty="0">
                <a:latin typeface="Calibri" panose="020F0502020204030204"/>
                <a:cs typeface="Calibri" panose="020F0502020204030204"/>
              </a:rPr>
              <a:t>efficiently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identify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90" dirty="0">
                <a:latin typeface="Calibri" panose="020F0502020204030204"/>
                <a:cs typeface="Calibri" panose="020F0502020204030204"/>
              </a:rPr>
              <a:t>or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50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0" dirty="0">
                <a:latin typeface="Calibri" panose="020F0502020204030204"/>
                <a:cs typeface="Calibri" panose="020F0502020204030204"/>
              </a:rPr>
              <a:t>patient </a:t>
            </a:r>
            <a:r>
              <a:rPr sz="3400" spc="105" dirty="0">
                <a:latin typeface="Calibri" panose="020F0502020204030204"/>
                <a:cs typeface="Calibri" panose="020F0502020204030204"/>
              </a:rPr>
              <a:t>cases.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40"/>
              </a:lnSpc>
            </a:pPr>
            <a:r>
              <a:rPr sz="3400" spc="270" dirty="0">
                <a:latin typeface="Calibri" panose="020F0502020204030204"/>
                <a:cs typeface="Calibri" panose="020F0502020204030204"/>
              </a:rPr>
              <a:t>A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searchable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repository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10" dirty="0">
                <a:latin typeface="Calibri" panose="020F0502020204030204"/>
                <a:cs typeface="Calibri" panose="020F0502020204030204"/>
              </a:rPr>
              <a:t>is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60" dirty="0">
                <a:latin typeface="Calibri" panose="020F0502020204030204"/>
                <a:cs typeface="Calibri" panose="020F0502020204030204"/>
              </a:rPr>
              <a:t>needed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-25" dirty="0">
                <a:latin typeface="Calibri" panose="020F0502020204030204"/>
                <a:cs typeface="Calibri" panose="020F0502020204030204"/>
              </a:rPr>
              <a:t>to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 marR="708660">
              <a:lnSpc>
                <a:spcPts val="3770"/>
              </a:lnSpc>
              <a:spcBef>
                <a:spcPts val="230"/>
              </a:spcBef>
            </a:pPr>
            <a:r>
              <a:rPr sz="3400" spc="150" dirty="0">
                <a:latin typeface="Calibri" panose="020F0502020204030204"/>
                <a:cs typeface="Calibri" panose="020F0502020204030204"/>
              </a:rPr>
              <a:t>provide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fast,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60" dirty="0">
                <a:latin typeface="Calibri" panose="020F0502020204030204"/>
                <a:cs typeface="Calibri" panose="020F0502020204030204"/>
              </a:rPr>
              <a:t>accurate,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5" dirty="0">
                <a:latin typeface="Calibri" panose="020F0502020204030204"/>
                <a:cs typeface="Calibri" panose="020F0502020204030204"/>
              </a:rPr>
              <a:t>and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0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0" dirty="0">
                <a:latin typeface="Calibri" panose="020F0502020204030204"/>
                <a:cs typeface="Calibri" panose="020F0502020204030204"/>
              </a:rPr>
              <a:t>patient </a:t>
            </a:r>
            <a:r>
              <a:rPr sz="3400" spc="185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retrieval.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40"/>
              </a:lnSpc>
            </a:pPr>
            <a:r>
              <a:rPr sz="3400" spc="135" dirty="0">
                <a:latin typeface="Calibri" panose="020F0502020204030204"/>
                <a:cs typeface="Calibri" panose="020F0502020204030204"/>
              </a:rPr>
              <a:t>The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system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9" dirty="0">
                <a:latin typeface="Calibri" panose="020F0502020204030204"/>
                <a:cs typeface="Calibri" panose="020F0502020204030204"/>
              </a:rPr>
              <a:t>can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0" dirty="0">
                <a:latin typeface="Calibri" panose="020F0502020204030204"/>
                <a:cs typeface="Calibri" panose="020F0502020204030204"/>
              </a:rPr>
              <a:t>also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0" dirty="0">
                <a:latin typeface="Calibri" panose="020F0502020204030204"/>
                <a:cs typeface="Calibri" panose="020F0502020204030204"/>
              </a:rPr>
              <a:t>help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5" dirty="0">
                <a:latin typeface="Calibri" panose="020F0502020204030204"/>
                <a:cs typeface="Calibri" panose="020F0502020204030204"/>
              </a:rPr>
              <a:t>doctors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identify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40" dirty="0">
                <a:latin typeface="Calibri" panose="020F0502020204030204"/>
                <a:cs typeface="Calibri" panose="020F0502020204030204"/>
              </a:rPr>
              <a:t>similar</a:t>
            </a:r>
            <a:endParaRPr sz="3400">
              <a:latin typeface="Calibri" panose="020F0502020204030204"/>
              <a:cs typeface="Calibri" panose="020F0502020204030204"/>
            </a:endParaRPr>
          </a:p>
          <a:p>
            <a:pPr marL="12700" marR="67945">
              <a:lnSpc>
                <a:spcPts val="3770"/>
              </a:lnSpc>
              <a:spcBef>
                <a:spcPts val="225"/>
              </a:spcBef>
            </a:pPr>
            <a:r>
              <a:rPr sz="3400" spc="17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cases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dirty="0">
                <a:latin typeface="Calibri" panose="020F0502020204030204"/>
                <a:cs typeface="Calibri" panose="020F0502020204030204"/>
              </a:rPr>
              <a:t>to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60" dirty="0">
                <a:latin typeface="Calibri" panose="020F0502020204030204"/>
                <a:cs typeface="Calibri" panose="020F0502020204030204"/>
              </a:rPr>
              <a:t>support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00" dirty="0">
                <a:latin typeface="Calibri" panose="020F0502020204030204"/>
                <a:cs typeface="Calibri" panose="020F0502020204030204"/>
              </a:rPr>
              <a:t>better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0" dirty="0">
                <a:latin typeface="Calibri" panose="020F0502020204030204"/>
                <a:cs typeface="Calibri" panose="020F0502020204030204"/>
              </a:rPr>
              <a:t>clinical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0" dirty="0">
                <a:latin typeface="Calibri" panose="020F0502020204030204"/>
                <a:cs typeface="Calibri" panose="020F0502020204030204"/>
              </a:rPr>
              <a:t>decision-</a:t>
            </a:r>
            <a:r>
              <a:rPr sz="3400" spc="195" dirty="0">
                <a:latin typeface="Calibri" panose="020F0502020204030204"/>
                <a:cs typeface="Calibri" panose="020F0502020204030204"/>
              </a:rPr>
              <a:t>making.</a:t>
            </a:r>
            <a:endParaRPr sz="3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70843" y="0"/>
            <a:ext cx="3017156" cy="321298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240741" y="7047600"/>
            <a:ext cx="3050540" cy="3239770"/>
            <a:chOff x="15240741" y="7047600"/>
            <a:chExt cx="3050540" cy="3239770"/>
          </a:xfrm>
        </p:grpSpPr>
        <p:sp>
          <p:nvSpPr>
            <p:cNvPr id="4" name="object 4"/>
            <p:cNvSpPr/>
            <p:nvPr/>
          </p:nvSpPr>
          <p:spPr>
            <a:xfrm>
              <a:off x="15240741" y="7047600"/>
              <a:ext cx="3047365" cy="3239770"/>
            </a:xfrm>
            <a:custGeom>
              <a:avLst/>
              <a:gdLst/>
              <a:ahLst/>
              <a:cxnLst/>
              <a:rect l="l" t="t" r="r" b="b"/>
              <a:pathLst>
                <a:path w="3047365" h="3239770">
                  <a:moveTo>
                    <a:pt x="578411" y="3239400"/>
                  </a:moveTo>
                  <a:lnTo>
                    <a:pt x="2883913" y="3239400"/>
                  </a:lnTo>
                  <a:lnTo>
                    <a:pt x="2954113" y="3187816"/>
                  </a:lnTo>
                  <a:lnTo>
                    <a:pt x="2995201" y="3155656"/>
                  </a:lnTo>
                  <a:lnTo>
                    <a:pt x="3035216" y="3122851"/>
                  </a:lnTo>
                  <a:lnTo>
                    <a:pt x="3047258" y="816372"/>
                  </a:lnTo>
                  <a:lnTo>
                    <a:pt x="3035453" y="810884"/>
                  </a:lnTo>
                  <a:lnTo>
                    <a:pt x="2991046" y="788429"/>
                  </a:lnTo>
                  <a:lnTo>
                    <a:pt x="2947008" y="764214"/>
                  </a:lnTo>
                  <a:lnTo>
                    <a:pt x="2903352" y="738124"/>
                  </a:lnTo>
                  <a:lnTo>
                    <a:pt x="2860095" y="710048"/>
                  </a:lnTo>
                  <a:lnTo>
                    <a:pt x="2820618" y="681975"/>
                  </a:lnTo>
                  <a:lnTo>
                    <a:pt x="2782490" y="652037"/>
                  </a:lnTo>
                  <a:lnTo>
                    <a:pt x="2745766" y="620328"/>
                  </a:lnTo>
                  <a:lnTo>
                    <a:pt x="2710499" y="586942"/>
                  </a:lnTo>
                  <a:lnTo>
                    <a:pt x="2676745" y="551971"/>
                  </a:lnTo>
                  <a:lnTo>
                    <a:pt x="2644559" y="515509"/>
                  </a:lnTo>
                  <a:lnTo>
                    <a:pt x="2613995" y="477650"/>
                  </a:lnTo>
                  <a:lnTo>
                    <a:pt x="2585109" y="438486"/>
                  </a:lnTo>
                  <a:lnTo>
                    <a:pt x="2557954" y="398112"/>
                  </a:lnTo>
                  <a:lnTo>
                    <a:pt x="2534074" y="356030"/>
                  </a:lnTo>
                  <a:lnTo>
                    <a:pt x="2514184" y="311981"/>
                  </a:lnTo>
                  <a:lnTo>
                    <a:pt x="2497152" y="266619"/>
                  </a:lnTo>
                  <a:lnTo>
                    <a:pt x="2481846" y="220600"/>
                  </a:lnTo>
                  <a:lnTo>
                    <a:pt x="2467133" y="174580"/>
                  </a:lnTo>
                  <a:lnTo>
                    <a:pt x="2456001" y="131838"/>
                  </a:lnTo>
                  <a:lnTo>
                    <a:pt x="2444199" y="84748"/>
                  </a:lnTo>
                  <a:lnTo>
                    <a:pt x="2427153" y="41572"/>
                  </a:lnTo>
                  <a:lnTo>
                    <a:pt x="2400289" y="10569"/>
                  </a:lnTo>
                  <a:lnTo>
                    <a:pt x="2359032" y="0"/>
                  </a:lnTo>
                  <a:lnTo>
                    <a:pt x="2320464" y="9097"/>
                  </a:lnTo>
                  <a:lnTo>
                    <a:pt x="2282118" y="29803"/>
                  </a:lnTo>
                  <a:lnTo>
                    <a:pt x="2244397" y="57933"/>
                  </a:lnTo>
                  <a:lnTo>
                    <a:pt x="2207702" y="89306"/>
                  </a:lnTo>
                  <a:lnTo>
                    <a:pt x="2172435" y="119740"/>
                  </a:lnTo>
                  <a:lnTo>
                    <a:pt x="2138999" y="145053"/>
                  </a:lnTo>
                  <a:lnTo>
                    <a:pt x="2097877" y="171774"/>
                  </a:lnTo>
                  <a:lnTo>
                    <a:pt x="2055973" y="197633"/>
                  </a:lnTo>
                  <a:lnTo>
                    <a:pt x="2013212" y="222077"/>
                  </a:lnTo>
                  <a:lnTo>
                    <a:pt x="1969519" y="244553"/>
                  </a:lnTo>
                  <a:lnTo>
                    <a:pt x="1924818" y="264509"/>
                  </a:lnTo>
                  <a:lnTo>
                    <a:pt x="1879034" y="281390"/>
                  </a:lnTo>
                  <a:lnTo>
                    <a:pt x="1832092" y="294645"/>
                  </a:lnTo>
                  <a:lnTo>
                    <a:pt x="1783361" y="304672"/>
                  </a:lnTo>
                  <a:lnTo>
                    <a:pt x="1734262" y="311989"/>
                  </a:lnTo>
                  <a:lnTo>
                    <a:pt x="1684883" y="316740"/>
                  </a:lnTo>
                  <a:lnTo>
                    <a:pt x="1635312" y="319065"/>
                  </a:lnTo>
                  <a:lnTo>
                    <a:pt x="1585637" y="319108"/>
                  </a:lnTo>
                  <a:lnTo>
                    <a:pt x="1535947" y="317010"/>
                  </a:lnTo>
                  <a:lnTo>
                    <a:pt x="1486330" y="312913"/>
                  </a:lnTo>
                  <a:lnTo>
                    <a:pt x="1436874" y="306959"/>
                  </a:lnTo>
                  <a:lnTo>
                    <a:pt x="1387667" y="299291"/>
                  </a:lnTo>
                  <a:lnTo>
                    <a:pt x="1338799" y="290050"/>
                  </a:lnTo>
                  <a:lnTo>
                    <a:pt x="1290356" y="279379"/>
                  </a:lnTo>
                  <a:lnTo>
                    <a:pt x="1242428" y="267420"/>
                  </a:lnTo>
                  <a:lnTo>
                    <a:pt x="1197337" y="254933"/>
                  </a:lnTo>
                  <a:lnTo>
                    <a:pt x="1202550" y="256568"/>
                  </a:lnTo>
                  <a:lnTo>
                    <a:pt x="1148469" y="240205"/>
                  </a:lnTo>
                  <a:lnTo>
                    <a:pt x="553490" y="53657"/>
                  </a:lnTo>
                  <a:lnTo>
                    <a:pt x="516486" y="86463"/>
                  </a:lnTo>
                  <a:lnTo>
                    <a:pt x="491413" y="129934"/>
                  </a:lnTo>
                  <a:lnTo>
                    <a:pt x="474442" y="176388"/>
                  </a:lnTo>
                  <a:lnTo>
                    <a:pt x="459695" y="219962"/>
                  </a:lnTo>
                  <a:lnTo>
                    <a:pt x="441345" y="264862"/>
                  </a:lnTo>
                  <a:lnTo>
                    <a:pt x="421640" y="309337"/>
                  </a:lnTo>
                  <a:lnTo>
                    <a:pt x="400843" y="353467"/>
                  </a:lnTo>
                  <a:lnTo>
                    <a:pt x="379212" y="397334"/>
                  </a:lnTo>
                  <a:lnTo>
                    <a:pt x="357011" y="441016"/>
                  </a:lnTo>
                  <a:lnTo>
                    <a:pt x="334499" y="484595"/>
                  </a:lnTo>
                  <a:lnTo>
                    <a:pt x="311939" y="528151"/>
                  </a:lnTo>
                  <a:lnTo>
                    <a:pt x="289590" y="571764"/>
                  </a:lnTo>
                  <a:lnTo>
                    <a:pt x="267714" y="615514"/>
                  </a:lnTo>
                  <a:lnTo>
                    <a:pt x="246572" y="659481"/>
                  </a:lnTo>
                  <a:lnTo>
                    <a:pt x="226426" y="703747"/>
                  </a:lnTo>
                  <a:lnTo>
                    <a:pt x="206495" y="749884"/>
                  </a:lnTo>
                  <a:lnTo>
                    <a:pt x="187219" y="796147"/>
                  </a:lnTo>
                  <a:lnTo>
                    <a:pt x="168639" y="842556"/>
                  </a:lnTo>
                  <a:lnTo>
                    <a:pt x="150796" y="889129"/>
                  </a:lnTo>
                  <a:lnTo>
                    <a:pt x="133730" y="935886"/>
                  </a:lnTo>
                  <a:lnTo>
                    <a:pt x="117483" y="982847"/>
                  </a:lnTo>
                  <a:lnTo>
                    <a:pt x="102095" y="1030031"/>
                  </a:lnTo>
                  <a:lnTo>
                    <a:pt x="87607" y="1077458"/>
                  </a:lnTo>
                  <a:lnTo>
                    <a:pt x="74059" y="1125148"/>
                  </a:lnTo>
                  <a:lnTo>
                    <a:pt x="61494" y="1173120"/>
                  </a:lnTo>
                  <a:lnTo>
                    <a:pt x="49950" y="1221393"/>
                  </a:lnTo>
                  <a:lnTo>
                    <a:pt x="39470" y="1269988"/>
                  </a:lnTo>
                  <a:lnTo>
                    <a:pt x="30093" y="1318923"/>
                  </a:lnTo>
                  <a:lnTo>
                    <a:pt x="21861" y="1368218"/>
                  </a:lnTo>
                  <a:lnTo>
                    <a:pt x="14815" y="1417893"/>
                  </a:lnTo>
                  <a:lnTo>
                    <a:pt x="9232" y="1466020"/>
                  </a:lnTo>
                  <a:lnTo>
                    <a:pt x="4968" y="1514362"/>
                  </a:lnTo>
                  <a:lnTo>
                    <a:pt x="2013" y="1562908"/>
                  </a:lnTo>
                  <a:lnTo>
                    <a:pt x="360" y="1611647"/>
                  </a:lnTo>
                  <a:lnTo>
                    <a:pt x="0" y="1660565"/>
                  </a:lnTo>
                  <a:lnTo>
                    <a:pt x="923" y="1709652"/>
                  </a:lnTo>
                  <a:lnTo>
                    <a:pt x="3121" y="1758895"/>
                  </a:lnTo>
                  <a:lnTo>
                    <a:pt x="6586" y="1808283"/>
                  </a:lnTo>
                  <a:lnTo>
                    <a:pt x="11308" y="1857802"/>
                  </a:lnTo>
                  <a:lnTo>
                    <a:pt x="17280" y="1907443"/>
                  </a:lnTo>
                  <a:lnTo>
                    <a:pt x="24492" y="1957192"/>
                  </a:lnTo>
                  <a:lnTo>
                    <a:pt x="32935" y="2007037"/>
                  </a:lnTo>
                  <a:lnTo>
                    <a:pt x="42602" y="2056967"/>
                  </a:lnTo>
                  <a:lnTo>
                    <a:pt x="53483" y="2106970"/>
                  </a:lnTo>
                  <a:lnTo>
                    <a:pt x="65570" y="2157033"/>
                  </a:lnTo>
                  <a:lnTo>
                    <a:pt x="78853" y="2207146"/>
                  </a:lnTo>
                  <a:lnTo>
                    <a:pt x="93325" y="2257295"/>
                  </a:lnTo>
                  <a:lnTo>
                    <a:pt x="108976" y="2307469"/>
                  </a:lnTo>
                  <a:lnTo>
                    <a:pt x="125799" y="2357657"/>
                  </a:lnTo>
                  <a:lnTo>
                    <a:pt x="143783" y="2407845"/>
                  </a:lnTo>
                  <a:lnTo>
                    <a:pt x="162921" y="2458023"/>
                  </a:lnTo>
                  <a:lnTo>
                    <a:pt x="181978" y="2505252"/>
                  </a:lnTo>
                  <a:lnTo>
                    <a:pt x="201797" y="2552287"/>
                  </a:lnTo>
                  <a:lnTo>
                    <a:pt x="222346" y="2599113"/>
                  </a:lnTo>
                  <a:lnTo>
                    <a:pt x="243595" y="2645718"/>
                  </a:lnTo>
                  <a:lnTo>
                    <a:pt x="265511" y="2692087"/>
                  </a:lnTo>
                  <a:lnTo>
                    <a:pt x="288063" y="2738208"/>
                  </a:lnTo>
                  <a:lnTo>
                    <a:pt x="311220" y="2784066"/>
                  </a:lnTo>
                  <a:lnTo>
                    <a:pt x="334951" y="2829650"/>
                  </a:lnTo>
                  <a:lnTo>
                    <a:pt x="359223" y="2874945"/>
                  </a:lnTo>
                  <a:lnTo>
                    <a:pt x="384005" y="2919938"/>
                  </a:lnTo>
                  <a:lnTo>
                    <a:pt x="409267" y="2964616"/>
                  </a:lnTo>
                  <a:lnTo>
                    <a:pt x="434976" y="3008965"/>
                  </a:lnTo>
                  <a:lnTo>
                    <a:pt x="461101" y="3052972"/>
                  </a:lnTo>
                  <a:lnTo>
                    <a:pt x="487610" y="3096624"/>
                  </a:lnTo>
                  <a:lnTo>
                    <a:pt x="514473" y="3139907"/>
                  </a:lnTo>
                  <a:lnTo>
                    <a:pt x="541657" y="3182808"/>
                  </a:lnTo>
                  <a:lnTo>
                    <a:pt x="569131" y="3225314"/>
                  </a:lnTo>
                  <a:lnTo>
                    <a:pt x="578411" y="3239400"/>
                  </a:lnTo>
                  <a:close/>
                </a:path>
                <a:path w="3047365" h="3239770">
                  <a:moveTo>
                    <a:pt x="553490" y="53657"/>
                  </a:moveTo>
                  <a:lnTo>
                    <a:pt x="1148469" y="240205"/>
                  </a:lnTo>
                  <a:lnTo>
                    <a:pt x="1102615" y="225234"/>
                  </a:lnTo>
                  <a:lnTo>
                    <a:pt x="1055777" y="208898"/>
                  </a:lnTo>
                  <a:lnTo>
                    <a:pt x="1056462" y="209112"/>
                  </a:lnTo>
                  <a:lnTo>
                    <a:pt x="1013597" y="193275"/>
                  </a:lnTo>
                  <a:lnTo>
                    <a:pt x="970611" y="176570"/>
                  </a:lnTo>
                  <a:lnTo>
                    <a:pt x="929920" y="159219"/>
                  </a:lnTo>
                  <a:lnTo>
                    <a:pt x="890063" y="140590"/>
                  </a:lnTo>
                  <a:lnTo>
                    <a:pt x="811718" y="102414"/>
                  </a:lnTo>
                  <a:lnTo>
                    <a:pt x="775393" y="83515"/>
                  </a:lnTo>
                  <a:lnTo>
                    <a:pt x="733374" y="62236"/>
                  </a:lnTo>
                  <a:lnTo>
                    <a:pt x="687466" y="43889"/>
                  </a:lnTo>
                  <a:lnTo>
                    <a:pt x="639472" y="33785"/>
                  </a:lnTo>
                  <a:lnTo>
                    <a:pt x="591196" y="37236"/>
                  </a:lnTo>
                  <a:lnTo>
                    <a:pt x="582176" y="39810"/>
                  </a:lnTo>
                  <a:lnTo>
                    <a:pt x="573219" y="43079"/>
                  </a:lnTo>
                  <a:lnTo>
                    <a:pt x="564337" y="47077"/>
                  </a:lnTo>
                  <a:lnTo>
                    <a:pt x="555541" y="51839"/>
                  </a:lnTo>
                  <a:lnTo>
                    <a:pt x="553490" y="53657"/>
                  </a:lnTo>
                  <a:close/>
                </a:path>
              </a:pathLst>
            </a:custGeom>
            <a:solidFill>
              <a:srgbClr val="8AA2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431872" y="7364919"/>
              <a:ext cx="2859405" cy="2921000"/>
            </a:xfrm>
            <a:custGeom>
              <a:avLst/>
              <a:gdLst/>
              <a:ahLst/>
              <a:cxnLst/>
              <a:rect l="l" t="t" r="r" b="b"/>
              <a:pathLst>
                <a:path w="2859405" h="2921000">
                  <a:moveTo>
                    <a:pt x="2775343" y="823644"/>
                  </a:moveTo>
                  <a:lnTo>
                    <a:pt x="2858042" y="849573"/>
                  </a:lnTo>
                  <a:lnTo>
                    <a:pt x="2858012" y="809635"/>
                  </a:lnTo>
                  <a:lnTo>
                    <a:pt x="2788571" y="787862"/>
                  </a:lnTo>
                  <a:lnTo>
                    <a:pt x="2752246" y="763164"/>
                  </a:lnTo>
                  <a:lnTo>
                    <a:pt x="2711364" y="750345"/>
                  </a:lnTo>
                  <a:lnTo>
                    <a:pt x="2635304" y="699879"/>
                  </a:lnTo>
                  <a:lnTo>
                    <a:pt x="2592716" y="686526"/>
                  </a:lnTo>
                  <a:lnTo>
                    <a:pt x="2514095" y="635256"/>
                  </a:lnTo>
                  <a:lnTo>
                    <a:pt x="2478251" y="597398"/>
                  </a:lnTo>
                  <a:lnTo>
                    <a:pt x="2438512" y="571628"/>
                  </a:lnTo>
                  <a:lnTo>
                    <a:pt x="2402571" y="533740"/>
                  </a:lnTo>
                  <a:lnTo>
                    <a:pt x="2362923" y="508000"/>
                  </a:lnTo>
                  <a:lnTo>
                    <a:pt x="2291886" y="432489"/>
                  </a:lnTo>
                  <a:lnTo>
                    <a:pt x="2260686" y="382777"/>
                  </a:lnTo>
                  <a:lnTo>
                    <a:pt x="2226157" y="345332"/>
                  </a:lnTo>
                  <a:lnTo>
                    <a:pt x="2195994" y="295946"/>
                  </a:lnTo>
                  <a:lnTo>
                    <a:pt x="2166493" y="246767"/>
                  </a:lnTo>
                  <a:lnTo>
                    <a:pt x="2137746" y="197825"/>
                  </a:lnTo>
                  <a:lnTo>
                    <a:pt x="2109850" y="149150"/>
                  </a:lnTo>
                  <a:lnTo>
                    <a:pt x="2086697" y="88652"/>
                  </a:lnTo>
                  <a:lnTo>
                    <a:pt x="2056630" y="79225"/>
                  </a:lnTo>
                  <a:lnTo>
                    <a:pt x="2004711" y="116185"/>
                  </a:lnTo>
                  <a:lnTo>
                    <a:pt x="2056557" y="132440"/>
                  </a:lnTo>
                  <a:lnTo>
                    <a:pt x="2084467" y="181120"/>
                  </a:lnTo>
                  <a:lnTo>
                    <a:pt x="2109479" y="242201"/>
                  </a:lnTo>
                  <a:lnTo>
                    <a:pt x="2139098" y="291416"/>
                  </a:lnTo>
                  <a:lnTo>
                    <a:pt x="2169433" y="340856"/>
                  </a:lnTo>
                  <a:lnTo>
                    <a:pt x="2204190" y="378373"/>
                  </a:lnTo>
                  <a:lnTo>
                    <a:pt x="2235678" y="428175"/>
                  </a:lnTo>
                  <a:lnTo>
                    <a:pt x="2380280" y="579990"/>
                  </a:lnTo>
                  <a:lnTo>
                    <a:pt x="2420630" y="605951"/>
                  </a:lnTo>
                  <a:lnTo>
                    <a:pt x="2457156" y="644022"/>
                  </a:lnTo>
                  <a:lnTo>
                    <a:pt x="2616354" y="747175"/>
                  </a:lnTo>
                  <a:lnTo>
                    <a:pt x="2658964" y="760535"/>
                  </a:lnTo>
                  <a:lnTo>
                    <a:pt x="2697195" y="785832"/>
                  </a:lnTo>
                  <a:lnTo>
                    <a:pt x="2738551" y="798798"/>
                  </a:lnTo>
                  <a:lnTo>
                    <a:pt x="2775343" y="823644"/>
                  </a:lnTo>
                  <a:close/>
                </a:path>
                <a:path w="2859405" h="2921000">
                  <a:moveTo>
                    <a:pt x="559568" y="88985"/>
                  </a:moveTo>
                  <a:lnTo>
                    <a:pt x="1227527" y="298416"/>
                  </a:lnTo>
                  <a:lnTo>
                    <a:pt x="1511511" y="307598"/>
                  </a:lnTo>
                  <a:lnTo>
                    <a:pt x="1613261" y="286262"/>
                  </a:lnTo>
                  <a:lnTo>
                    <a:pt x="1659814" y="287548"/>
                  </a:lnTo>
                  <a:lnTo>
                    <a:pt x="1709691" y="276567"/>
                  </a:lnTo>
                  <a:lnTo>
                    <a:pt x="1762798" y="253290"/>
                  </a:lnTo>
                  <a:lnTo>
                    <a:pt x="1811440" y="241922"/>
                  </a:lnTo>
                  <a:lnTo>
                    <a:pt x="1859323" y="230315"/>
                  </a:lnTo>
                  <a:lnTo>
                    <a:pt x="1910150" y="206323"/>
                  </a:lnTo>
                  <a:lnTo>
                    <a:pt x="1960029" y="182033"/>
                  </a:lnTo>
                  <a:lnTo>
                    <a:pt x="2008862" y="157415"/>
                  </a:lnTo>
                  <a:lnTo>
                    <a:pt x="2056557" y="132440"/>
                  </a:lnTo>
                  <a:lnTo>
                    <a:pt x="2004711" y="116185"/>
                  </a:lnTo>
                  <a:lnTo>
                    <a:pt x="1955297" y="140620"/>
                  </a:lnTo>
                  <a:lnTo>
                    <a:pt x="1904697" y="164684"/>
                  </a:lnTo>
                  <a:lnTo>
                    <a:pt x="1853023" y="188411"/>
                  </a:lnTo>
                  <a:lnTo>
                    <a:pt x="1804183" y="199717"/>
                  </a:lnTo>
                  <a:lnTo>
                    <a:pt x="1750689" y="222874"/>
                  </a:lnTo>
                  <a:lnTo>
                    <a:pt x="1649176" y="244284"/>
                  </a:lnTo>
                  <a:lnTo>
                    <a:pt x="1597579" y="254726"/>
                  </a:lnTo>
                  <a:lnTo>
                    <a:pt x="1549367" y="252919"/>
                  </a:lnTo>
                  <a:lnTo>
                    <a:pt x="1497053" y="263136"/>
                  </a:lnTo>
                  <a:lnTo>
                    <a:pt x="1399552" y="259185"/>
                  </a:lnTo>
                  <a:lnTo>
                    <a:pt x="1346987" y="269323"/>
                  </a:lnTo>
                  <a:lnTo>
                    <a:pt x="1302159" y="255268"/>
                  </a:lnTo>
                  <a:lnTo>
                    <a:pt x="1205755" y="251661"/>
                  </a:lnTo>
                  <a:lnTo>
                    <a:pt x="1162000" y="237942"/>
                  </a:lnTo>
                  <a:lnTo>
                    <a:pt x="1115022" y="236522"/>
                  </a:lnTo>
                  <a:lnTo>
                    <a:pt x="1072533" y="223200"/>
                  </a:lnTo>
                  <a:lnTo>
                    <a:pt x="1027042" y="222246"/>
                  </a:lnTo>
                  <a:lnTo>
                    <a:pt x="528845" y="66043"/>
                  </a:lnTo>
                  <a:lnTo>
                    <a:pt x="559568" y="88985"/>
                  </a:lnTo>
                  <a:close/>
                </a:path>
                <a:path w="2859405" h="2921000">
                  <a:moveTo>
                    <a:pt x="476473" y="9693"/>
                  </a:moveTo>
                  <a:lnTo>
                    <a:pt x="508983" y="19886"/>
                  </a:lnTo>
                  <a:lnTo>
                    <a:pt x="504586" y="5198"/>
                  </a:lnTo>
                  <a:lnTo>
                    <a:pt x="488005" y="0"/>
                  </a:lnTo>
                  <a:lnTo>
                    <a:pt x="476473" y="9693"/>
                  </a:lnTo>
                  <a:close/>
                </a:path>
                <a:path w="2859405" h="2921000">
                  <a:moveTo>
                    <a:pt x="468189" y="20405"/>
                  </a:moveTo>
                  <a:lnTo>
                    <a:pt x="577023" y="54529"/>
                  </a:lnTo>
                  <a:lnTo>
                    <a:pt x="546876" y="31767"/>
                  </a:lnTo>
                  <a:lnTo>
                    <a:pt x="472497" y="8447"/>
                  </a:lnTo>
                  <a:lnTo>
                    <a:pt x="468189" y="20405"/>
                  </a:lnTo>
                  <a:close/>
                </a:path>
                <a:path w="2859405" h="2921000">
                  <a:moveTo>
                    <a:pt x="609293" y="2886285"/>
                  </a:moveTo>
                  <a:lnTo>
                    <a:pt x="673795" y="2906508"/>
                  </a:lnTo>
                  <a:lnTo>
                    <a:pt x="633226" y="2853860"/>
                  </a:lnTo>
                  <a:lnTo>
                    <a:pt x="591192" y="2800752"/>
                  </a:lnTo>
                  <a:lnTo>
                    <a:pt x="547895" y="2747248"/>
                  </a:lnTo>
                  <a:lnTo>
                    <a:pt x="507340" y="2681294"/>
                  </a:lnTo>
                  <a:lnTo>
                    <a:pt x="462130" y="2627190"/>
                  </a:lnTo>
                  <a:lnTo>
                    <a:pt x="334811" y="2427555"/>
                  </a:lnTo>
                  <a:lnTo>
                    <a:pt x="310867" y="2380119"/>
                  </a:lnTo>
                  <a:lnTo>
                    <a:pt x="287904" y="2332990"/>
                  </a:lnTo>
                  <a:lnTo>
                    <a:pt x="265921" y="2286169"/>
                  </a:lnTo>
                  <a:lnTo>
                    <a:pt x="244919" y="2239655"/>
                  </a:lnTo>
                  <a:lnTo>
                    <a:pt x="224898" y="2193449"/>
                  </a:lnTo>
                  <a:lnTo>
                    <a:pt x="205858" y="2147550"/>
                  </a:lnTo>
                  <a:lnTo>
                    <a:pt x="187800" y="2101960"/>
                  </a:lnTo>
                  <a:lnTo>
                    <a:pt x="170724" y="2056677"/>
                  </a:lnTo>
                  <a:lnTo>
                    <a:pt x="154629" y="2011702"/>
                  </a:lnTo>
                  <a:lnTo>
                    <a:pt x="139517" y="1967035"/>
                  </a:lnTo>
                  <a:lnTo>
                    <a:pt x="125387" y="1922675"/>
                  </a:lnTo>
                  <a:lnTo>
                    <a:pt x="112240" y="1878624"/>
                  </a:lnTo>
                  <a:lnTo>
                    <a:pt x="100075" y="1834882"/>
                  </a:lnTo>
                  <a:lnTo>
                    <a:pt x="88894" y="1791447"/>
                  </a:lnTo>
                  <a:lnTo>
                    <a:pt x="78695" y="1748321"/>
                  </a:lnTo>
                  <a:lnTo>
                    <a:pt x="73280" y="1693384"/>
                  </a:lnTo>
                  <a:lnTo>
                    <a:pt x="65049" y="1650875"/>
                  </a:lnTo>
                  <a:lnTo>
                    <a:pt x="57802" y="1608674"/>
                  </a:lnTo>
                  <a:lnTo>
                    <a:pt x="55339" y="1554663"/>
                  </a:lnTo>
                  <a:lnTo>
                    <a:pt x="50060" y="1513079"/>
                  </a:lnTo>
                  <a:lnTo>
                    <a:pt x="45766" y="1471804"/>
                  </a:lnTo>
                  <a:lnTo>
                    <a:pt x="46256" y="1418719"/>
                  </a:lnTo>
                  <a:lnTo>
                    <a:pt x="43932" y="1378061"/>
                  </a:lnTo>
                  <a:lnTo>
                    <a:pt x="42592" y="1337713"/>
                  </a:lnTo>
                  <a:lnTo>
                    <a:pt x="46038" y="1285554"/>
                  </a:lnTo>
                  <a:lnTo>
                    <a:pt x="46670" y="1245824"/>
                  </a:lnTo>
                  <a:lnTo>
                    <a:pt x="52087" y="1194284"/>
                  </a:lnTo>
                  <a:lnTo>
                    <a:pt x="58491" y="1143053"/>
                  </a:lnTo>
                  <a:lnTo>
                    <a:pt x="62081" y="1104250"/>
                  </a:lnTo>
                  <a:lnTo>
                    <a:pt x="70457" y="1053638"/>
                  </a:lnTo>
                  <a:lnTo>
                    <a:pt x="76020" y="1015453"/>
                  </a:lnTo>
                  <a:lnTo>
                    <a:pt x="86370" y="965460"/>
                  </a:lnTo>
                  <a:lnTo>
                    <a:pt x="97707" y="915776"/>
                  </a:lnTo>
                  <a:lnTo>
                    <a:pt x="106232" y="878520"/>
                  </a:lnTo>
                  <a:lnTo>
                    <a:pt x="119544" y="829455"/>
                  </a:lnTo>
                  <a:lnTo>
                    <a:pt x="130930" y="790635"/>
                  </a:lnTo>
                  <a:lnTo>
                    <a:pt x="149131" y="732255"/>
                  </a:lnTo>
                  <a:lnTo>
                    <a:pt x="161607" y="696238"/>
                  </a:lnTo>
                  <a:lnTo>
                    <a:pt x="178872" y="648413"/>
                  </a:lnTo>
                  <a:lnTo>
                    <a:pt x="197125" y="600897"/>
                  </a:lnTo>
                  <a:lnTo>
                    <a:pt x="216367" y="553692"/>
                  </a:lnTo>
                  <a:lnTo>
                    <a:pt x="236598" y="506797"/>
                  </a:lnTo>
                  <a:lnTo>
                    <a:pt x="257818" y="460212"/>
                  </a:lnTo>
                  <a:lnTo>
                    <a:pt x="280028" y="413937"/>
                  </a:lnTo>
                  <a:lnTo>
                    <a:pt x="303228" y="367972"/>
                  </a:lnTo>
                  <a:lnTo>
                    <a:pt x="327417" y="322318"/>
                  </a:lnTo>
                  <a:lnTo>
                    <a:pt x="352597" y="276975"/>
                  </a:lnTo>
                  <a:lnTo>
                    <a:pt x="378767" y="231941"/>
                  </a:lnTo>
                  <a:lnTo>
                    <a:pt x="405928" y="187219"/>
                  </a:lnTo>
                  <a:lnTo>
                    <a:pt x="434079" y="142807"/>
                  </a:lnTo>
                  <a:lnTo>
                    <a:pt x="463222" y="98706"/>
                  </a:lnTo>
                  <a:lnTo>
                    <a:pt x="493356" y="54916"/>
                  </a:lnTo>
                  <a:lnTo>
                    <a:pt x="838757" y="163212"/>
                  </a:lnTo>
                  <a:lnTo>
                    <a:pt x="777641" y="130740"/>
                  </a:lnTo>
                  <a:lnTo>
                    <a:pt x="663045" y="94810"/>
                  </a:lnTo>
                  <a:lnTo>
                    <a:pt x="618502" y="67534"/>
                  </a:lnTo>
                  <a:lnTo>
                    <a:pt x="467889" y="20311"/>
                  </a:lnTo>
                  <a:lnTo>
                    <a:pt x="437320" y="63965"/>
                  </a:lnTo>
                  <a:lnTo>
                    <a:pt x="407740" y="107929"/>
                  </a:lnTo>
                  <a:lnTo>
                    <a:pt x="379148" y="152203"/>
                  </a:lnTo>
                  <a:lnTo>
                    <a:pt x="351544" y="196787"/>
                  </a:lnTo>
                  <a:lnTo>
                    <a:pt x="324929" y="241680"/>
                  </a:lnTo>
                  <a:lnTo>
                    <a:pt x="299302" y="286884"/>
                  </a:lnTo>
                  <a:lnTo>
                    <a:pt x="270864" y="344515"/>
                  </a:lnTo>
                  <a:lnTo>
                    <a:pt x="247214" y="390339"/>
                  </a:lnTo>
                  <a:lnTo>
                    <a:pt x="224553" y="436472"/>
                  </a:lnTo>
                  <a:lnTo>
                    <a:pt x="202881" y="482916"/>
                  </a:lnTo>
                  <a:lnTo>
                    <a:pt x="182198" y="529669"/>
                  </a:lnTo>
                  <a:lnTo>
                    <a:pt x="166303" y="564614"/>
                  </a:lnTo>
                  <a:lnTo>
                    <a:pt x="147598" y="611988"/>
                  </a:lnTo>
                  <a:lnTo>
                    <a:pt x="129881" y="659672"/>
                  </a:lnTo>
                  <a:lnTo>
                    <a:pt x="113154" y="707665"/>
                  </a:lnTo>
                  <a:lnTo>
                    <a:pt x="97416" y="755969"/>
                  </a:lnTo>
                  <a:lnTo>
                    <a:pt x="82668" y="804584"/>
                  </a:lnTo>
                  <a:lnTo>
                    <a:pt x="68909" y="853508"/>
                  </a:lnTo>
                  <a:lnTo>
                    <a:pt x="59939" y="890624"/>
                  </a:lnTo>
                  <a:lnTo>
                    <a:pt x="48159" y="940169"/>
                  </a:lnTo>
                  <a:lnTo>
                    <a:pt x="37368" y="990025"/>
                  </a:lnTo>
                  <a:lnTo>
                    <a:pt x="31367" y="1028072"/>
                  </a:lnTo>
                  <a:lnTo>
                    <a:pt x="22556" y="1078548"/>
                  </a:lnTo>
                  <a:lnTo>
                    <a:pt x="14735" y="1129334"/>
                  </a:lnTo>
                  <a:lnTo>
                    <a:pt x="11704" y="1168312"/>
                  </a:lnTo>
                  <a:lnTo>
                    <a:pt x="5863" y="1219719"/>
                  </a:lnTo>
                  <a:lnTo>
                    <a:pt x="4811" y="1259319"/>
                  </a:lnTo>
                  <a:lnTo>
                    <a:pt x="950" y="1311347"/>
                  </a:lnTo>
                  <a:lnTo>
                    <a:pt x="1880" y="1351567"/>
                  </a:lnTo>
                  <a:lnTo>
                    <a:pt x="0" y="1404216"/>
                  </a:lnTo>
                  <a:lnTo>
                    <a:pt x="3465" y="1445231"/>
                  </a:lnTo>
                  <a:lnTo>
                    <a:pt x="4144" y="1498682"/>
                  </a:lnTo>
                  <a:lnTo>
                    <a:pt x="9642" y="1540335"/>
                  </a:lnTo>
                  <a:lnTo>
                    <a:pt x="12365" y="1594427"/>
                  </a:lnTo>
                  <a:lnTo>
                    <a:pt x="19920" y="1636725"/>
                  </a:lnTo>
                  <a:lnTo>
                    <a:pt x="24712" y="1691466"/>
                  </a:lnTo>
                  <a:lnTo>
                    <a:pt x="34346" y="1734415"/>
                  </a:lnTo>
                  <a:lnTo>
                    <a:pt x="45031" y="1777694"/>
                  </a:lnTo>
                  <a:lnTo>
                    <a:pt x="52970" y="1833422"/>
                  </a:lnTo>
                  <a:lnTo>
                    <a:pt x="65771" y="1877364"/>
                  </a:lnTo>
                  <a:lnTo>
                    <a:pt x="79638" y="1921641"/>
                  </a:lnTo>
                  <a:lnTo>
                    <a:pt x="94579" y="1966254"/>
                  </a:lnTo>
                  <a:lnTo>
                    <a:pt x="106799" y="2023324"/>
                  </a:lnTo>
                  <a:lnTo>
                    <a:pt x="123903" y="2068616"/>
                  </a:lnTo>
                  <a:lnTo>
                    <a:pt x="142099" y="2114250"/>
                  </a:lnTo>
                  <a:lnTo>
                    <a:pt x="161392" y="2160228"/>
                  </a:lnTo>
                  <a:lnTo>
                    <a:pt x="181788" y="2206552"/>
                  </a:lnTo>
                  <a:lnTo>
                    <a:pt x="203293" y="2253223"/>
                  </a:lnTo>
                  <a:lnTo>
                    <a:pt x="225913" y="2300244"/>
                  </a:lnTo>
                  <a:lnTo>
                    <a:pt x="249654" y="2347616"/>
                  </a:lnTo>
                  <a:lnTo>
                    <a:pt x="274521" y="2395342"/>
                  </a:lnTo>
                  <a:lnTo>
                    <a:pt x="300522" y="2443423"/>
                  </a:lnTo>
                  <a:lnTo>
                    <a:pt x="426950" y="2642779"/>
                  </a:lnTo>
                  <a:lnTo>
                    <a:pt x="468083" y="2708914"/>
                  </a:lnTo>
                  <a:lnTo>
                    <a:pt x="512203" y="2762676"/>
                  </a:lnTo>
                  <a:lnTo>
                    <a:pt x="555326" y="2816126"/>
                  </a:lnTo>
                  <a:lnTo>
                    <a:pt x="597268" y="2869205"/>
                  </a:lnTo>
                  <a:lnTo>
                    <a:pt x="609293" y="2886285"/>
                  </a:lnTo>
                  <a:close/>
                </a:path>
                <a:path w="2859405" h="2921000">
                  <a:moveTo>
                    <a:pt x="647138" y="129751"/>
                  </a:moveTo>
                  <a:lnTo>
                    <a:pt x="1138685" y="283870"/>
                  </a:lnTo>
                  <a:lnTo>
                    <a:pt x="1184769" y="285009"/>
                  </a:lnTo>
                  <a:lnTo>
                    <a:pt x="601757" y="102213"/>
                  </a:lnTo>
                  <a:lnTo>
                    <a:pt x="647138" y="129751"/>
                  </a:lnTo>
                  <a:close/>
                </a:path>
                <a:path w="2859405" h="2921000">
                  <a:moveTo>
                    <a:pt x="759967" y="178437"/>
                  </a:moveTo>
                  <a:lnTo>
                    <a:pt x="1052119" y="270038"/>
                  </a:lnTo>
                  <a:lnTo>
                    <a:pt x="1096970" y="270791"/>
                  </a:lnTo>
                  <a:lnTo>
                    <a:pt x="702633" y="147151"/>
                  </a:lnTo>
                  <a:lnTo>
                    <a:pt x="759967" y="178437"/>
                  </a:lnTo>
                  <a:close/>
                </a:path>
                <a:path w="2859405" h="2921000">
                  <a:moveTo>
                    <a:pt x="2858579" y="1568460"/>
                  </a:moveTo>
                  <a:lnTo>
                    <a:pt x="2858693" y="1541877"/>
                  </a:lnTo>
                  <a:lnTo>
                    <a:pt x="2859070" y="849895"/>
                  </a:lnTo>
                  <a:lnTo>
                    <a:pt x="2858042" y="849573"/>
                  </a:lnTo>
                  <a:lnTo>
                    <a:pt x="2858579" y="1568460"/>
                  </a:lnTo>
                  <a:close/>
                </a:path>
                <a:path w="2859405" h="2921000">
                  <a:moveTo>
                    <a:pt x="2331326" y="2919222"/>
                  </a:moveTo>
                  <a:lnTo>
                    <a:pt x="2412148" y="2919164"/>
                  </a:lnTo>
                  <a:lnTo>
                    <a:pt x="2429185" y="2911196"/>
                  </a:lnTo>
                  <a:lnTo>
                    <a:pt x="2476770" y="2872877"/>
                  </a:lnTo>
                  <a:lnTo>
                    <a:pt x="2519434" y="2846325"/>
                  </a:lnTo>
                  <a:lnTo>
                    <a:pt x="2560982" y="2819423"/>
                  </a:lnTo>
                  <a:lnTo>
                    <a:pt x="2601421" y="2792173"/>
                  </a:lnTo>
                  <a:lnTo>
                    <a:pt x="2640756" y="2764578"/>
                  </a:lnTo>
                  <a:lnTo>
                    <a:pt x="2678995" y="2736638"/>
                  </a:lnTo>
                  <a:lnTo>
                    <a:pt x="2719942" y="2696238"/>
                  </a:lnTo>
                  <a:lnTo>
                    <a:pt x="2756005" y="2667616"/>
                  </a:lnTo>
                  <a:lnTo>
                    <a:pt x="2790990" y="2638657"/>
                  </a:lnTo>
                  <a:lnTo>
                    <a:pt x="2828702" y="2597243"/>
                  </a:lnTo>
                  <a:lnTo>
                    <a:pt x="2859324" y="2566915"/>
                  </a:lnTo>
                  <a:lnTo>
                    <a:pt x="2858698" y="1728213"/>
                  </a:lnTo>
                  <a:lnTo>
                    <a:pt x="2858584" y="1741487"/>
                  </a:lnTo>
                  <a:lnTo>
                    <a:pt x="2858165" y="2513313"/>
                  </a:lnTo>
                  <a:lnTo>
                    <a:pt x="2846248" y="2522886"/>
                  </a:lnTo>
                  <a:lnTo>
                    <a:pt x="2810998" y="2565072"/>
                  </a:lnTo>
                  <a:lnTo>
                    <a:pt x="2778567" y="2594833"/>
                  </a:lnTo>
                  <a:lnTo>
                    <a:pt x="2745156" y="2624286"/>
                  </a:lnTo>
                  <a:lnTo>
                    <a:pt x="2710765" y="2653432"/>
                  </a:lnTo>
                  <a:lnTo>
                    <a:pt x="2675393" y="2682270"/>
                  </a:lnTo>
                  <a:lnTo>
                    <a:pt x="2639039" y="2710801"/>
                  </a:lnTo>
                  <a:lnTo>
                    <a:pt x="2601703" y="2739023"/>
                  </a:lnTo>
                  <a:lnTo>
                    <a:pt x="2563385" y="2766938"/>
                  </a:lnTo>
                  <a:lnTo>
                    <a:pt x="2524085" y="2794545"/>
                  </a:lnTo>
                  <a:lnTo>
                    <a:pt x="2483801" y="2821843"/>
                  </a:lnTo>
                  <a:lnTo>
                    <a:pt x="2442534" y="2848833"/>
                  </a:lnTo>
                  <a:lnTo>
                    <a:pt x="2400284" y="2875515"/>
                  </a:lnTo>
                  <a:lnTo>
                    <a:pt x="2357049" y="2901888"/>
                  </a:lnTo>
                  <a:lnTo>
                    <a:pt x="2331326" y="2919222"/>
                  </a:lnTo>
                  <a:close/>
                </a:path>
                <a:path w="2859405" h="2921000">
                  <a:moveTo>
                    <a:pt x="2184685" y="2919328"/>
                  </a:moveTo>
                  <a:lnTo>
                    <a:pt x="2330090" y="2920055"/>
                  </a:lnTo>
                  <a:lnTo>
                    <a:pt x="2331326" y="2919222"/>
                  </a:lnTo>
                  <a:lnTo>
                    <a:pt x="2184685" y="2919328"/>
                  </a:lnTo>
                  <a:close/>
                </a:path>
                <a:path w="2859405" h="2921000">
                  <a:moveTo>
                    <a:pt x="633343" y="2920445"/>
                  </a:moveTo>
                  <a:lnTo>
                    <a:pt x="2184685" y="2919328"/>
                  </a:lnTo>
                  <a:lnTo>
                    <a:pt x="690854" y="2911857"/>
                  </a:lnTo>
                  <a:lnTo>
                    <a:pt x="609293" y="2886285"/>
                  </a:lnTo>
                  <a:lnTo>
                    <a:pt x="633343" y="2920445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20636" y="7865890"/>
              <a:ext cx="2199005" cy="2250440"/>
            </a:xfrm>
            <a:custGeom>
              <a:avLst/>
              <a:gdLst/>
              <a:ahLst/>
              <a:cxnLst/>
              <a:rect l="l" t="t" r="r" b="b"/>
              <a:pathLst>
                <a:path w="2199005" h="2250440">
                  <a:moveTo>
                    <a:pt x="618349" y="2145930"/>
                  </a:moveTo>
                  <a:lnTo>
                    <a:pt x="717767" y="2176468"/>
                  </a:lnTo>
                  <a:lnTo>
                    <a:pt x="812418" y="2206142"/>
                  </a:lnTo>
                  <a:lnTo>
                    <a:pt x="911396" y="2237811"/>
                  </a:lnTo>
                  <a:lnTo>
                    <a:pt x="956468" y="2247613"/>
                  </a:lnTo>
                  <a:lnTo>
                    <a:pt x="1001507" y="2250030"/>
                  </a:lnTo>
                  <a:lnTo>
                    <a:pt x="1045805" y="2245442"/>
                  </a:lnTo>
                  <a:lnTo>
                    <a:pt x="1088652" y="2234231"/>
                  </a:lnTo>
                  <a:lnTo>
                    <a:pt x="1129339" y="2216776"/>
                  </a:lnTo>
                  <a:lnTo>
                    <a:pt x="1167158" y="2193456"/>
                  </a:lnTo>
                  <a:lnTo>
                    <a:pt x="1201399" y="2164653"/>
                  </a:lnTo>
                  <a:lnTo>
                    <a:pt x="1231353" y="2130746"/>
                  </a:lnTo>
                  <a:lnTo>
                    <a:pt x="1256311" y="2092116"/>
                  </a:lnTo>
                  <a:lnTo>
                    <a:pt x="1275564" y="2049142"/>
                  </a:lnTo>
                  <a:lnTo>
                    <a:pt x="1397009" y="1703919"/>
                  </a:lnTo>
                  <a:lnTo>
                    <a:pt x="1491412" y="1739166"/>
                  </a:lnTo>
                  <a:lnTo>
                    <a:pt x="1585315" y="1775220"/>
                  </a:lnTo>
                  <a:lnTo>
                    <a:pt x="1632016" y="1793596"/>
                  </a:lnTo>
                  <a:lnTo>
                    <a:pt x="1678518" y="1812228"/>
                  </a:lnTo>
                  <a:lnTo>
                    <a:pt x="1724199" y="1826521"/>
                  </a:lnTo>
                  <a:lnTo>
                    <a:pt x="1770367" y="1833170"/>
                  </a:lnTo>
                  <a:lnTo>
                    <a:pt x="1816234" y="1832543"/>
                  </a:lnTo>
                  <a:lnTo>
                    <a:pt x="1861012" y="1825006"/>
                  </a:lnTo>
                  <a:lnTo>
                    <a:pt x="1903911" y="1810924"/>
                  </a:lnTo>
                  <a:lnTo>
                    <a:pt x="1944144" y="1790666"/>
                  </a:lnTo>
                  <a:lnTo>
                    <a:pt x="1980922" y="1764598"/>
                  </a:lnTo>
                  <a:lnTo>
                    <a:pt x="2013456" y="1733086"/>
                  </a:lnTo>
                  <a:lnTo>
                    <a:pt x="2040958" y="1696496"/>
                  </a:lnTo>
                  <a:lnTo>
                    <a:pt x="2062639" y="1655197"/>
                  </a:lnTo>
                  <a:lnTo>
                    <a:pt x="2121289" y="1514945"/>
                  </a:lnTo>
                  <a:lnTo>
                    <a:pt x="2178877" y="1374585"/>
                  </a:lnTo>
                  <a:lnTo>
                    <a:pt x="2192474" y="1331032"/>
                  </a:lnTo>
                  <a:lnTo>
                    <a:pt x="2198541" y="1286638"/>
                  </a:lnTo>
                  <a:lnTo>
                    <a:pt x="2197433" y="1242197"/>
                  </a:lnTo>
                  <a:lnTo>
                    <a:pt x="2189502" y="1198504"/>
                  </a:lnTo>
                  <a:lnTo>
                    <a:pt x="2175100" y="1156352"/>
                  </a:lnTo>
                  <a:lnTo>
                    <a:pt x="2154581" y="1116537"/>
                  </a:lnTo>
                  <a:lnTo>
                    <a:pt x="2128298" y="1079852"/>
                  </a:lnTo>
                  <a:lnTo>
                    <a:pt x="2096603" y="1047092"/>
                  </a:lnTo>
                  <a:lnTo>
                    <a:pt x="2059850" y="1019051"/>
                  </a:lnTo>
                  <a:lnTo>
                    <a:pt x="2018392" y="996522"/>
                  </a:lnTo>
                  <a:lnTo>
                    <a:pt x="1971093" y="975766"/>
                  </a:lnTo>
                  <a:lnTo>
                    <a:pt x="1923607" y="955354"/>
                  </a:lnTo>
                  <a:lnTo>
                    <a:pt x="1875947" y="935275"/>
                  </a:lnTo>
                  <a:lnTo>
                    <a:pt x="1828127" y="915518"/>
                  </a:lnTo>
                  <a:lnTo>
                    <a:pt x="1780159" y="896073"/>
                  </a:lnTo>
                  <a:lnTo>
                    <a:pt x="1732058" y="876929"/>
                  </a:lnTo>
                  <a:lnTo>
                    <a:pt x="1683837" y="858075"/>
                  </a:lnTo>
                  <a:lnTo>
                    <a:pt x="1717474" y="755705"/>
                  </a:lnTo>
                  <a:lnTo>
                    <a:pt x="1800566" y="499527"/>
                  </a:lnTo>
                  <a:lnTo>
                    <a:pt x="1810980" y="455546"/>
                  </a:lnTo>
                  <a:lnTo>
                    <a:pt x="1814380" y="410697"/>
                  </a:lnTo>
                  <a:lnTo>
                    <a:pt x="1810847" y="365697"/>
                  </a:lnTo>
                  <a:lnTo>
                    <a:pt x="1800460" y="321267"/>
                  </a:lnTo>
                  <a:lnTo>
                    <a:pt x="1783301" y="278126"/>
                  </a:lnTo>
                  <a:lnTo>
                    <a:pt x="1758720" y="236298"/>
                  </a:lnTo>
                  <a:lnTo>
                    <a:pt x="1728128" y="199011"/>
                  </a:lnTo>
                  <a:lnTo>
                    <a:pt x="1692280" y="166991"/>
                  </a:lnTo>
                  <a:lnTo>
                    <a:pt x="1651933" y="140965"/>
                  </a:lnTo>
                  <a:lnTo>
                    <a:pt x="1607842" y="121657"/>
                  </a:lnTo>
                  <a:lnTo>
                    <a:pt x="1557807" y="104672"/>
                  </a:lnTo>
                  <a:lnTo>
                    <a:pt x="1507635" y="88078"/>
                  </a:lnTo>
                  <a:lnTo>
                    <a:pt x="1457328" y="71874"/>
                  </a:lnTo>
                  <a:lnTo>
                    <a:pt x="1406887" y="56060"/>
                  </a:lnTo>
                  <a:lnTo>
                    <a:pt x="1356314" y="40636"/>
                  </a:lnTo>
                  <a:lnTo>
                    <a:pt x="1305610" y="25603"/>
                  </a:lnTo>
                  <a:lnTo>
                    <a:pt x="1254778" y="10958"/>
                  </a:lnTo>
                  <a:lnTo>
                    <a:pt x="1207528" y="1648"/>
                  </a:lnTo>
                  <a:lnTo>
                    <a:pt x="1159527" y="0"/>
                  </a:lnTo>
                  <a:lnTo>
                    <a:pt x="1111808" y="5841"/>
                  </a:lnTo>
                  <a:lnTo>
                    <a:pt x="1065403" y="19001"/>
                  </a:lnTo>
                  <a:lnTo>
                    <a:pt x="1021342" y="39309"/>
                  </a:lnTo>
                  <a:lnTo>
                    <a:pt x="982675" y="64935"/>
                  </a:lnTo>
                  <a:lnTo>
                    <a:pt x="948805" y="95496"/>
                  </a:lnTo>
                  <a:lnTo>
                    <a:pt x="920212" y="130462"/>
                  </a:lnTo>
                  <a:lnTo>
                    <a:pt x="897380" y="169302"/>
                  </a:lnTo>
                  <a:lnTo>
                    <a:pt x="880790" y="211486"/>
                  </a:lnTo>
                  <a:lnTo>
                    <a:pt x="849412" y="314434"/>
                  </a:lnTo>
                  <a:lnTo>
                    <a:pt x="771953" y="572179"/>
                  </a:lnTo>
                  <a:lnTo>
                    <a:pt x="721595" y="560124"/>
                  </a:lnTo>
                  <a:lnTo>
                    <a:pt x="671173" y="548378"/>
                  </a:lnTo>
                  <a:lnTo>
                    <a:pt x="620692" y="536956"/>
                  </a:lnTo>
                  <a:lnTo>
                    <a:pt x="570156" y="525874"/>
                  </a:lnTo>
                  <a:lnTo>
                    <a:pt x="519571" y="515150"/>
                  </a:lnTo>
                  <a:lnTo>
                    <a:pt x="468940" y="504799"/>
                  </a:lnTo>
                  <a:lnTo>
                    <a:pt x="418268" y="494837"/>
                  </a:lnTo>
                  <a:lnTo>
                    <a:pt x="371383" y="489666"/>
                  </a:lnTo>
                  <a:lnTo>
                    <a:pt x="325210" y="491708"/>
                  </a:lnTo>
                  <a:lnTo>
                    <a:pt x="280492" y="500513"/>
                  </a:lnTo>
                  <a:lnTo>
                    <a:pt x="237974" y="515632"/>
                  </a:lnTo>
                  <a:lnTo>
                    <a:pt x="198397" y="536617"/>
                  </a:lnTo>
                  <a:lnTo>
                    <a:pt x="162505" y="563018"/>
                  </a:lnTo>
                  <a:lnTo>
                    <a:pt x="131041" y="594386"/>
                  </a:lnTo>
                  <a:lnTo>
                    <a:pt x="104748" y="630273"/>
                  </a:lnTo>
                  <a:lnTo>
                    <a:pt x="84370" y="670228"/>
                  </a:lnTo>
                  <a:lnTo>
                    <a:pt x="70648" y="713804"/>
                  </a:lnTo>
                  <a:lnTo>
                    <a:pt x="37824" y="861640"/>
                  </a:lnTo>
                  <a:lnTo>
                    <a:pt x="5925" y="1009981"/>
                  </a:lnTo>
                  <a:lnTo>
                    <a:pt x="0" y="1058475"/>
                  </a:lnTo>
                  <a:lnTo>
                    <a:pt x="2213" y="1106261"/>
                  </a:lnTo>
                  <a:lnTo>
                    <a:pt x="12073" y="1152507"/>
                  </a:lnTo>
                  <a:lnTo>
                    <a:pt x="29089" y="1196378"/>
                  </a:lnTo>
                  <a:lnTo>
                    <a:pt x="52770" y="1237042"/>
                  </a:lnTo>
                  <a:lnTo>
                    <a:pt x="82622" y="1273665"/>
                  </a:lnTo>
                  <a:lnTo>
                    <a:pt x="118156" y="1305416"/>
                  </a:lnTo>
                  <a:lnTo>
                    <a:pt x="158880" y="1331459"/>
                  </a:lnTo>
                  <a:lnTo>
                    <a:pt x="204301" y="1350963"/>
                  </a:lnTo>
                  <a:lnTo>
                    <a:pt x="280412" y="1369816"/>
                  </a:lnTo>
                  <a:lnTo>
                    <a:pt x="329234" y="1381391"/>
                  </a:lnTo>
                  <a:lnTo>
                    <a:pt x="426911" y="1405405"/>
                  </a:lnTo>
                  <a:lnTo>
                    <a:pt x="524544" y="1430368"/>
                  </a:lnTo>
                  <a:lnTo>
                    <a:pt x="510509" y="1480672"/>
                  </a:lnTo>
                  <a:lnTo>
                    <a:pt x="427203" y="1782849"/>
                  </a:lnTo>
                  <a:lnTo>
                    <a:pt x="418456" y="1829201"/>
                  </a:lnTo>
                  <a:lnTo>
                    <a:pt x="416872" y="1875227"/>
                  </a:lnTo>
                  <a:lnTo>
                    <a:pt x="422089" y="1920213"/>
                  </a:lnTo>
                  <a:lnTo>
                    <a:pt x="433741" y="1963443"/>
                  </a:lnTo>
                  <a:lnTo>
                    <a:pt x="451462" y="2004203"/>
                  </a:lnTo>
                  <a:lnTo>
                    <a:pt x="474889" y="2041778"/>
                  </a:lnTo>
                  <a:lnTo>
                    <a:pt x="503656" y="2075453"/>
                  </a:lnTo>
                  <a:lnTo>
                    <a:pt x="537398" y="2104513"/>
                  </a:lnTo>
                  <a:lnTo>
                    <a:pt x="575751" y="2128243"/>
                  </a:lnTo>
                  <a:lnTo>
                    <a:pt x="618349" y="2145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00305" y="8057005"/>
              <a:ext cx="1719580" cy="2079625"/>
            </a:xfrm>
            <a:custGeom>
              <a:avLst/>
              <a:gdLst/>
              <a:ahLst/>
              <a:cxnLst/>
              <a:rect l="l" t="t" r="r" b="b"/>
              <a:pathLst>
                <a:path w="1719580" h="2079625">
                  <a:moveTo>
                    <a:pt x="632329" y="1974299"/>
                  </a:moveTo>
                  <a:lnTo>
                    <a:pt x="636961" y="1975738"/>
                  </a:lnTo>
                  <a:lnTo>
                    <a:pt x="732086" y="2004933"/>
                  </a:lnTo>
                  <a:lnTo>
                    <a:pt x="826907" y="2034663"/>
                  </a:lnTo>
                  <a:lnTo>
                    <a:pt x="925666" y="2066258"/>
                  </a:lnTo>
                  <a:lnTo>
                    <a:pt x="973995" y="2076826"/>
                  </a:lnTo>
                  <a:lnTo>
                    <a:pt x="1022217" y="2079548"/>
                  </a:lnTo>
                  <a:lnTo>
                    <a:pt x="1069591" y="2074808"/>
                  </a:lnTo>
                  <a:lnTo>
                    <a:pt x="1115376" y="2062989"/>
                  </a:lnTo>
                  <a:lnTo>
                    <a:pt x="1158830" y="2044477"/>
                  </a:lnTo>
                  <a:lnTo>
                    <a:pt x="1199211" y="2019655"/>
                  </a:lnTo>
                  <a:lnTo>
                    <a:pt x="1235778" y="1988909"/>
                  </a:lnTo>
                  <a:lnTo>
                    <a:pt x="1267789" y="1952621"/>
                  </a:lnTo>
                  <a:lnTo>
                    <a:pt x="1294502" y="1911177"/>
                  </a:lnTo>
                  <a:lnTo>
                    <a:pt x="1315175" y="1864960"/>
                  </a:lnTo>
                  <a:lnTo>
                    <a:pt x="1429810" y="1539263"/>
                  </a:lnTo>
                  <a:lnTo>
                    <a:pt x="1523313" y="1574367"/>
                  </a:lnTo>
                  <a:lnTo>
                    <a:pt x="1610106" y="1607856"/>
                  </a:lnTo>
                  <a:lnTo>
                    <a:pt x="1691149" y="1640103"/>
                  </a:lnTo>
                  <a:lnTo>
                    <a:pt x="1699069" y="1641617"/>
                  </a:lnTo>
                  <a:lnTo>
                    <a:pt x="1706766" y="1639993"/>
                  </a:lnTo>
                  <a:lnTo>
                    <a:pt x="1713325" y="1635601"/>
                  </a:lnTo>
                  <a:lnTo>
                    <a:pt x="1717831" y="1628810"/>
                  </a:lnTo>
                  <a:lnTo>
                    <a:pt x="1719324" y="1620815"/>
                  </a:lnTo>
                  <a:lnTo>
                    <a:pt x="1717693" y="1613134"/>
                  </a:lnTo>
                  <a:lnTo>
                    <a:pt x="1663753" y="1584994"/>
                  </a:lnTo>
                  <a:lnTo>
                    <a:pt x="1573561" y="1549735"/>
                  </a:lnTo>
                  <a:lnTo>
                    <a:pt x="1476170" y="1512819"/>
                  </a:lnTo>
                  <a:lnTo>
                    <a:pt x="1419241" y="1491581"/>
                  </a:lnTo>
                  <a:lnTo>
                    <a:pt x="1413539" y="1491954"/>
                  </a:lnTo>
                  <a:lnTo>
                    <a:pt x="1403594" y="1496633"/>
                  </a:lnTo>
                  <a:lnTo>
                    <a:pt x="1399773" y="1500872"/>
                  </a:lnTo>
                  <a:lnTo>
                    <a:pt x="1276563" y="1851179"/>
                  </a:lnTo>
                  <a:lnTo>
                    <a:pt x="1256205" y="1895732"/>
                  </a:lnTo>
                  <a:lnTo>
                    <a:pt x="1229454" y="1935109"/>
                  </a:lnTo>
                  <a:lnTo>
                    <a:pt x="1197197" y="1968850"/>
                  </a:lnTo>
                  <a:lnTo>
                    <a:pt x="1160319" y="1996493"/>
                  </a:lnTo>
                  <a:lnTo>
                    <a:pt x="1119709" y="2017578"/>
                  </a:lnTo>
                  <a:lnTo>
                    <a:pt x="1076252" y="2031643"/>
                  </a:lnTo>
                  <a:lnTo>
                    <a:pt x="1030835" y="2038228"/>
                  </a:lnTo>
                  <a:lnTo>
                    <a:pt x="984345" y="2036871"/>
                  </a:lnTo>
                  <a:lnTo>
                    <a:pt x="937668" y="2027112"/>
                  </a:lnTo>
                  <a:lnTo>
                    <a:pt x="839227" y="1995617"/>
                  </a:lnTo>
                  <a:lnTo>
                    <a:pt x="744265" y="1965843"/>
                  </a:lnTo>
                  <a:lnTo>
                    <a:pt x="644895" y="1935316"/>
                  </a:lnTo>
                  <a:lnTo>
                    <a:pt x="601043" y="1916686"/>
                  </a:lnTo>
                  <a:lnTo>
                    <a:pt x="562135" y="1891253"/>
                  </a:lnTo>
                  <a:lnTo>
                    <a:pt x="528638" y="1859903"/>
                  </a:lnTo>
                  <a:lnTo>
                    <a:pt x="501017" y="1823519"/>
                  </a:lnTo>
                  <a:lnTo>
                    <a:pt x="479736" y="1782988"/>
                  </a:lnTo>
                  <a:lnTo>
                    <a:pt x="465262" y="1739193"/>
                  </a:lnTo>
                  <a:lnTo>
                    <a:pt x="458058" y="1693021"/>
                  </a:lnTo>
                  <a:lnTo>
                    <a:pt x="458591" y="1645355"/>
                  </a:lnTo>
                  <a:lnTo>
                    <a:pt x="467326" y="1597081"/>
                  </a:lnTo>
                  <a:lnTo>
                    <a:pt x="566078" y="1239506"/>
                  </a:lnTo>
                  <a:lnTo>
                    <a:pt x="565365" y="1233831"/>
                  </a:lnTo>
                  <a:lnTo>
                    <a:pt x="445091" y="1192656"/>
                  </a:lnTo>
                  <a:lnTo>
                    <a:pt x="347644" y="1168774"/>
                  </a:lnTo>
                  <a:lnTo>
                    <a:pt x="301350" y="1157829"/>
                  </a:lnTo>
                  <a:lnTo>
                    <a:pt x="250122" y="1145995"/>
                  </a:lnTo>
                  <a:lnTo>
                    <a:pt x="237428" y="1142478"/>
                  </a:lnTo>
                  <a:lnTo>
                    <a:pt x="188581" y="1122229"/>
                  </a:lnTo>
                  <a:lnTo>
                    <a:pt x="150537" y="1097988"/>
                  </a:lnTo>
                  <a:lnTo>
                    <a:pt x="117400" y="1068476"/>
                  </a:lnTo>
                  <a:lnTo>
                    <a:pt x="89610" y="1034449"/>
                  </a:lnTo>
                  <a:lnTo>
                    <a:pt x="67608" y="996665"/>
                  </a:lnTo>
                  <a:lnTo>
                    <a:pt x="51836" y="955880"/>
                  </a:lnTo>
                  <a:lnTo>
                    <a:pt x="42733" y="912852"/>
                  </a:lnTo>
                  <a:lnTo>
                    <a:pt x="40741" y="868336"/>
                  </a:lnTo>
                  <a:lnTo>
                    <a:pt x="46300" y="823091"/>
                  </a:lnTo>
                  <a:lnTo>
                    <a:pt x="78364" y="673975"/>
                  </a:lnTo>
                  <a:lnTo>
                    <a:pt x="110951" y="527234"/>
                  </a:lnTo>
                  <a:lnTo>
                    <a:pt x="125488" y="482440"/>
                  </a:lnTo>
                  <a:lnTo>
                    <a:pt x="147537" y="441844"/>
                  </a:lnTo>
                  <a:lnTo>
                    <a:pt x="176174" y="406027"/>
                  </a:lnTo>
                  <a:lnTo>
                    <a:pt x="210479" y="375566"/>
                  </a:lnTo>
                  <a:lnTo>
                    <a:pt x="249530" y="351040"/>
                  </a:lnTo>
                  <a:lnTo>
                    <a:pt x="292405" y="333027"/>
                  </a:lnTo>
                  <a:lnTo>
                    <a:pt x="338184" y="322106"/>
                  </a:lnTo>
                  <a:lnTo>
                    <a:pt x="385945" y="318855"/>
                  </a:lnTo>
                  <a:lnTo>
                    <a:pt x="434766" y="323853"/>
                  </a:lnTo>
                  <a:lnTo>
                    <a:pt x="483451" y="333416"/>
                  </a:lnTo>
                  <a:lnTo>
                    <a:pt x="532511" y="343422"/>
                  </a:lnTo>
                  <a:lnTo>
                    <a:pt x="582060" y="353896"/>
                  </a:lnTo>
                  <a:lnTo>
                    <a:pt x="632212" y="364864"/>
                  </a:lnTo>
                  <a:lnTo>
                    <a:pt x="683082" y="376349"/>
                  </a:lnTo>
                  <a:lnTo>
                    <a:pt x="734783" y="388378"/>
                  </a:lnTo>
                  <a:lnTo>
                    <a:pt x="787431" y="400976"/>
                  </a:lnTo>
                  <a:lnTo>
                    <a:pt x="795293" y="401333"/>
                  </a:lnTo>
                  <a:lnTo>
                    <a:pt x="802479" y="398830"/>
                  </a:lnTo>
                  <a:lnTo>
                    <a:pt x="808260" y="393885"/>
                  </a:lnTo>
                  <a:lnTo>
                    <a:pt x="811902" y="386915"/>
                  </a:lnTo>
                  <a:lnTo>
                    <a:pt x="889570" y="128478"/>
                  </a:lnTo>
                  <a:lnTo>
                    <a:pt x="920691" y="26378"/>
                  </a:lnTo>
                  <a:lnTo>
                    <a:pt x="898984" y="0"/>
                  </a:lnTo>
                  <a:lnTo>
                    <a:pt x="891467" y="2289"/>
                  </a:lnTo>
                  <a:lnTo>
                    <a:pt x="885363" y="7226"/>
                  </a:lnTo>
                  <a:lnTo>
                    <a:pt x="881493" y="14374"/>
                  </a:lnTo>
                  <a:lnTo>
                    <a:pt x="792834" y="307396"/>
                  </a:lnTo>
                  <a:lnTo>
                    <a:pt x="778145" y="356601"/>
                  </a:lnTo>
                  <a:lnTo>
                    <a:pt x="728218" y="344765"/>
                  </a:lnTo>
                  <a:lnTo>
                    <a:pt x="679113" y="333435"/>
                  </a:lnTo>
                  <a:lnTo>
                    <a:pt x="630730" y="322589"/>
                  </a:lnTo>
                  <a:lnTo>
                    <a:pt x="582970" y="312206"/>
                  </a:lnTo>
                  <a:lnTo>
                    <a:pt x="535734" y="302265"/>
                  </a:lnTo>
                  <a:lnTo>
                    <a:pt x="488923" y="292744"/>
                  </a:lnTo>
                  <a:lnTo>
                    <a:pt x="442439" y="283622"/>
                  </a:lnTo>
                  <a:lnTo>
                    <a:pt x="396587" y="278228"/>
                  </a:lnTo>
                  <a:lnTo>
                    <a:pt x="351414" y="279275"/>
                  </a:lnTo>
                  <a:lnTo>
                    <a:pt x="307499" y="286397"/>
                  </a:lnTo>
                  <a:lnTo>
                    <a:pt x="265422" y="299229"/>
                  </a:lnTo>
                  <a:lnTo>
                    <a:pt x="225760" y="317406"/>
                  </a:lnTo>
                  <a:lnTo>
                    <a:pt x="189092" y="340561"/>
                  </a:lnTo>
                  <a:lnTo>
                    <a:pt x="155998" y="368330"/>
                  </a:lnTo>
                  <a:lnTo>
                    <a:pt x="127056" y="400345"/>
                  </a:lnTo>
                  <a:lnTo>
                    <a:pt x="102844" y="436243"/>
                  </a:lnTo>
                  <a:lnTo>
                    <a:pt x="83943" y="475656"/>
                  </a:lnTo>
                  <a:lnTo>
                    <a:pt x="70930" y="518220"/>
                  </a:lnTo>
                  <a:lnTo>
                    <a:pt x="38292" y="665214"/>
                  </a:lnTo>
                  <a:lnTo>
                    <a:pt x="6159" y="814640"/>
                  </a:lnTo>
                  <a:lnTo>
                    <a:pt x="0" y="861476"/>
                  </a:lnTo>
                  <a:lnTo>
                    <a:pt x="901" y="907696"/>
                  </a:lnTo>
                  <a:lnTo>
                    <a:pt x="8494" y="952667"/>
                  </a:lnTo>
                  <a:lnTo>
                    <a:pt x="22411" y="995755"/>
                  </a:lnTo>
                  <a:lnTo>
                    <a:pt x="42284" y="1036328"/>
                  </a:lnTo>
                  <a:lnTo>
                    <a:pt x="67744" y="1073751"/>
                  </a:lnTo>
                  <a:lnTo>
                    <a:pt x="98422" y="1107392"/>
                  </a:lnTo>
                  <a:lnTo>
                    <a:pt x="133950" y="1136616"/>
                  </a:lnTo>
                  <a:lnTo>
                    <a:pt x="173959" y="1160792"/>
                  </a:lnTo>
                  <a:lnTo>
                    <a:pt x="218081" y="1179285"/>
                  </a:lnTo>
                  <a:lnTo>
                    <a:pt x="332312" y="1207224"/>
                  </a:lnTo>
                  <a:lnTo>
                    <a:pt x="422661" y="1229275"/>
                  </a:lnTo>
                  <a:lnTo>
                    <a:pt x="519477" y="1253853"/>
                  </a:lnTo>
                  <a:lnTo>
                    <a:pt x="427715" y="1586349"/>
                  </a:lnTo>
                  <a:lnTo>
                    <a:pt x="418284" y="1636160"/>
                  </a:lnTo>
                  <a:lnTo>
                    <a:pt x="416536" y="1685495"/>
                  </a:lnTo>
                  <a:lnTo>
                    <a:pt x="422082" y="1733613"/>
                  </a:lnTo>
                  <a:lnTo>
                    <a:pt x="434530" y="1779777"/>
                  </a:lnTo>
                  <a:lnTo>
                    <a:pt x="453491" y="1823245"/>
                  </a:lnTo>
                  <a:lnTo>
                    <a:pt x="478575" y="1863281"/>
                  </a:lnTo>
                  <a:lnTo>
                    <a:pt x="509391" y="1899143"/>
                  </a:lnTo>
                  <a:lnTo>
                    <a:pt x="545548" y="1930093"/>
                  </a:lnTo>
                  <a:lnTo>
                    <a:pt x="586658" y="1955391"/>
                  </a:lnTo>
                  <a:lnTo>
                    <a:pt x="632329" y="1974299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857115">
              <a:lnSpc>
                <a:spcPct val="100000"/>
              </a:lnSpc>
              <a:spcBef>
                <a:spcPts val="115"/>
              </a:spcBef>
            </a:pPr>
            <a:r>
              <a:rPr spc="355" dirty="0"/>
              <a:t>Why</a:t>
            </a:r>
            <a:r>
              <a:rPr spc="-150" dirty="0"/>
              <a:t> </a:t>
            </a:r>
            <a:r>
              <a:rPr spc="380" dirty="0"/>
              <a:t>This</a:t>
            </a:r>
            <a:r>
              <a:rPr spc="-145" dirty="0"/>
              <a:t> </a:t>
            </a:r>
            <a:r>
              <a:rPr spc="220" dirty="0"/>
              <a:t>Project</a:t>
            </a:r>
            <a:endParaRPr spc="220"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2557495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3090895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3624295"/>
            <a:ext cx="133349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4157695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4691095"/>
            <a:ext cx="133349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6305550"/>
            <a:ext cx="133349" cy="1333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024" y="6838950"/>
            <a:ext cx="133349" cy="1333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7372350"/>
            <a:ext cx="133349" cy="1333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7905750"/>
            <a:ext cx="133349" cy="1333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8439150"/>
            <a:ext cx="133349" cy="1333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8972550"/>
            <a:ext cx="133349" cy="13334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16000" y="1754220"/>
            <a:ext cx="12642850" cy="75076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195" dirty="0">
                <a:latin typeface="Calibri" panose="020F0502020204030204"/>
                <a:cs typeface="Calibri" panose="020F0502020204030204"/>
              </a:rPr>
              <a:t>Existing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05" dirty="0">
                <a:latin typeface="Calibri" panose="020F0502020204030204"/>
                <a:cs typeface="Calibri" panose="020F0502020204030204"/>
              </a:rPr>
              <a:t>System:</a:t>
            </a:r>
            <a:endParaRPr sz="3000">
              <a:latin typeface="Calibri" panose="020F0502020204030204"/>
              <a:cs typeface="Calibri" panose="020F0502020204030204"/>
            </a:endParaRPr>
          </a:p>
          <a:p>
            <a:pPr marL="659765" marR="2754630">
              <a:lnSpc>
                <a:spcPts val="4200"/>
              </a:lnSpc>
              <a:spcBef>
                <a:spcPts val="240"/>
              </a:spcBef>
            </a:pPr>
            <a:r>
              <a:rPr sz="30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5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scattered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5" dirty="0">
                <a:latin typeface="Calibri" panose="020F0502020204030204"/>
                <a:cs typeface="Calibri" panose="020F0502020204030204"/>
              </a:rPr>
              <a:t>across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5" dirty="0">
                <a:latin typeface="Calibri" panose="020F0502020204030204"/>
                <a:cs typeface="Calibri" panose="020F0502020204030204"/>
              </a:rPr>
              <a:t>records </a:t>
            </a:r>
            <a:r>
              <a:rPr sz="3000" spc="145" dirty="0">
                <a:latin typeface="Calibri" panose="020F0502020204030204"/>
                <a:cs typeface="Calibri" panose="020F0502020204030204"/>
              </a:rPr>
              <a:t>Slow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00" dirty="0">
                <a:latin typeface="Calibri" panose="020F0502020204030204"/>
                <a:cs typeface="Calibri" panose="020F0502020204030204"/>
              </a:rPr>
              <a:t>and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0" dirty="0">
                <a:latin typeface="Calibri" panose="020F0502020204030204"/>
                <a:cs typeface="Calibri" panose="020F0502020204030204"/>
              </a:rPr>
              <a:t>difficult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75" dirty="0">
                <a:latin typeface="Calibri" panose="020F0502020204030204"/>
                <a:cs typeface="Calibri" panose="020F0502020204030204"/>
              </a:rPr>
              <a:t>searching</a:t>
            </a:r>
            <a:endParaRPr sz="3000">
              <a:latin typeface="Calibri" panose="020F0502020204030204"/>
              <a:cs typeface="Calibri" panose="020F0502020204030204"/>
            </a:endParaRPr>
          </a:p>
          <a:p>
            <a:pPr marL="659765">
              <a:lnSpc>
                <a:spcPct val="100000"/>
              </a:lnSpc>
              <a:spcBef>
                <a:spcPts val="360"/>
              </a:spcBef>
            </a:pPr>
            <a:r>
              <a:rPr sz="3000" spc="165" dirty="0">
                <a:latin typeface="Calibri" panose="020F0502020204030204"/>
                <a:cs typeface="Calibri" panose="020F0502020204030204"/>
              </a:rPr>
              <a:t>Difficult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to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0" dirty="0">
                <a:latin typeface="Calibri" panose="020F0502020204030204"/>
                <a:cs typeface="Calibri" panose="020F0502020204030204"/>
              </a:rPr>
              <a:t>find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5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75" dirty="0">
                <a:latin typeface="Calibri" panose="020F0502020204030204"/>
                <a:cs typeface="Calibri" panose="020F0502020204030204"/>
              </a:rPr>
              <a:t>history</a:t>
            </a:r>
            <a:endParaRPr sz="3000">
              <a:latin typeface="Calibri" panose="020F0502020204030204"/>
              <a:cs typeface="Calibri" panose="020F0502020204030204"/>
            </a:endParaRPr>
          </a:p>
          <a:p>
            <a:pPr marL="659765" marR="4187190">
              <a:lnSpc>
                <a:spcPts val="4200"/>
              </a:lnSpc>
              <a:spcBef>
                <a:spcPts val="240"/>
              </a:spcBef>
            </a:pPr>
            <a:r>
              <a:rPr sz="3000" dirty="0">
                <a:latin typeface="Calibri" panose="020F0502020204030204"/>
                <a:cs typeface="Calibri" panose="020F0502020204030204"/>
              </a:rPr>
              <a:t>No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centralized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5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repository </a:t>
            </a:r>
            <a:r>
              <a:rPr sz="3000" spc="114" dirty="0">
                <a:latin typeface="Calibri" panose="020F0502020204030204"/>
                <a:cs typeface="Calibri" panose="020F0502020204030204"/>
              </a:rPr>
              <a:t>Time-</a:t>
            </a:r>
            <a:r>
              <a:rPr sz="3000" spc="160" dirty="0">
                <a:latin typeface="Calibri" panose="020F0502020204030204"/>
                <a:cs typeface="Calibri" panose="020F0502020204030204"/>
              </a:rPr>
              <a:t>consuming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5" dirty="0">
                <a:latin typeface="Calibri" panose="020F0502020204030204"/>
                <a:cs typeface="Calibri" panose="020F0502020204030204"/>
              </a:rPr>
              <a:t>retrieval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85" dirty="0">
                <a:latin typeface="Calibri" panose="020F0502020204030204"/>
                <a:cs typeface="Calibri" panose="020F0502020204030204"/>
              </a:rPr>
              <a:t>of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5" dirty="0">
                <a:latin typeface="Calibri" panose="020F0502020204030204"/>
                <a:cs typeface="Calibri" panose="020F0502020204030204"/>
              </a:rPr>
              <a:t>records</a:t>
            </a:r>
            <a:endParaRPr sz="3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300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ct val="100000"/>
              </a:lnSpc>
            </a:pPr>
            <a:r>
              <a:rPr sz="3000" spc="105" dirty="0">
                <a:latin typeface="Calibri" panose="020F0502020204030204"/>
                <a:cs typeface="Calibri" panose="020F0502020204030204"/>
              </a:rPr>
              <a:t>Proposed</a:t>
            </a:r>
            <a:r>
              <a:rPr sz="3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05" dirty="0">
                <a:latin typeface="Calibri" panose="020F0502020204030204"/>
                <a:cs typeface="Calibri" panose="020F0502020204030204"/>
              </a:rPr>
              <a:t>System:</a:t>
            </a:r>
            <a:endParaRPr sz="3000">
              <a:latin typeface="Calibri" panose="020F0502020204030204"/>
              <a:cs typeface="Calibri" panose="020F0502020204030204"/>
            </a:endParaRPr>
          </a:p>
          <a:p>
            <a:pPr marL="659765" marR="4674870" algn="just">
              <a:lnSpc>
                <a:spcPts val="4200"/>
              </a:lnSpc>
              <a:spcBef>
                <a:spcPts val="240"/>
              </a:spcBef>
            </a:pPr>
            <a:r>
              <a:rPr sz="3000" spc="155" dirty="0">
                <a:latin typeface="Calibri" panose="020F0502020204030204"/>
                <a:cs typeface="Calibri" panose="020F0502020204030204"/>
              </a:rPr>
              <a:t>Centralized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repository </a:t>
            </a:r>
            <a:r>
              <a:rPr sz="3000" spc="195" dirty="0">
                <a:latin typeface="Calibri" panose="020F0502020204030204"/>
                <a:cs typeface="Calibri" panose="020F0502020204030204"/>
              </a:rPr>
              <a:t>Fast</a:t>
            </a:r>
            <a:r>
              <a:rPr sz="3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00" dirty="0">
                <a:latin typeface="Calibri" panose="020F0502020204030204"/>
                <a:cs typeface="Calibri" panose="020F0502020204030204"/>
              </a:rPr>
              <a:t>and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14" dirty="0">
                <a:latin typeface="Calibri" panose="020F0502020204030204"/>
                <a:cs typeface="Calibri" panose="020F0502020204030204"/>
              </a:rPr>
              <a:t>efficient</a:t>
            </a:r>
            <a:r>
              <a:rPr sz="3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75" dirty="0">
                <a:latin typeface="Calibri" panose="020F0502020204030204"/>
                <a:cs typeface="Calibri" panose="020F0502020204030204"/>
              </a:rPr>
              <a:t>searching </a:t>
            </a:r>
            <a:r>
              <a:rPr sz="3000" spc="170" dirty="0">
                <a:latin typeface="Calibri" panose="020F0502020204030204"/>
                <a:cs typeface="Calibri" panose="020F0502020204030204"/>
              </a:rPr>
              <a:t>Organized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5" dirty="0">
                <a:latin typeface="Calibri" panose="020F0502020204030204"/>
                <a:cs typeface="Calibri" panose="020F0502020204030204"/>
              </a:rPr>
              <a:t>records</a:t>
            </a:r>
            <a:endParaRPr sz="3000">
              <a:latin typeface="Calibri" panose="020F0502020204030204"/>
              <a:cs typeface="Calibri" panose="020F0502020204030204"/>
            </a:endParaRPr>
          </a:p>
          <a:p>
            <a:pPr marL="659765" marR="5080" algn="just">
              <a:lnSpc>
                <a:spcPts val="4200"/>
              </a:lnSpc>
            </a:pPr>
            <a:r>
              <a:rPr sz="3000" spc="240" dirty="0">
                <a:latin typeface="Calibri" panose="020F0502020204030204"/>
                <a:cs typeface="Calibri" panose="020F0502020204030204"/>
              </a:rPr>
              <a:t>Easy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to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diagnoses,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5" dirty="0">
                <a:latin typeface="Calibri" panose="020F0502020204030204"/>
                <a:cs typeface="Calibri" panose="020F0502020204030204"/>
              </a:rPr>
              <a:t>prescriptions,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0" dirty="0">
                <a:latin typeface="Calibri" panose="020F0502020204030204"/>
                <a:cs typeface="Calibri" panose="020F0502020204030204"/>
              </a:rPr>
              <a:t>lab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5" dirty="0">
                <a:latin typeface="Calibri" panose="020F0502020204030204"/>
                <a:cs typeface="Calibri" panose="020F0502020204030204"/>
              </a:rPr>
              <a:t>reports,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00" dirty="0">
                <a:latin typeface="Calibri" panose="020F0502020204030204"/>
                <a:cs typeface="Calibri" panose="020F0502020204030204"/>
              </a:rPr>
              <a:t>and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10" dirty="0">
                <a:latin typeface="Calibri" panose="020F0502020204030204"/>
                <a:cs typeface="Calibri" panose="020F0502020204030204"/>
              </a:rPr>
              <a:t>appointments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5" dirty="0">
                <a:latin typeface="Calibri" panose="020F0502020204030204"/>
                <a:cs typeface="Calibri" panose="020F0502020204030204"/>
              </a:rPr>
              <a:t>retrieval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85" dirty="0">
                <a:latin typeface="Calibri" panose="020F0502020204030204"/>
                <a:cs typeface="Calibri" panose="020F0502020204030204"/>
              </a:rPr>
              <a:t>of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5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information</a:t>
            </a:r>
            <a:endParaRPr sz="3000">
              <a:latin typeface="Calibri" panose="020F0502020204030204"/>
              <a:cs typeface="Calibri" panose="020F0502020204030204"/>
            </a:endParaRPr>
          </a:p>
          <a:p>
            <a:pPr marL="659765" algn="just">
              <a:lnSpc>
                <a:spcPct val="100000"/>
              </a:lnSpc>
              <a:spcBef>
                <a:spcPts val="360"/>
              </a:spcBef>
            </a:pPr>
            <a:r>
              <a:rPr sz="3000" spc="135" dirty="0">
                <a:latin typeface="Calibri" panose="020F0502020204030204"/>
                <a:cs typeface="Calibri" panose="020F0502020204030204"/>
              </a:rPr>
              <a:t>Identification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85" dirty="0">
                <a:latin typeface="Calibri" panose="020F0502020204030204"/>
                <a:cs typeface="Calibri" panose="020F0502020204030204"/>
              </a:rPr>
              <a:t>of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20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cases</a:t>
            </a:r>
            <a:endParaRPr sz="3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35933" y="-10621"/>
            <a:ext cx="6652259" cy="10247630"/>
            <a:chOff x="11635933" y="-10621"/>
            <a:chExt cx="6652259" cy="10247630"/>
          </a:xfrm>
        </p:grpSpPr>
        <p:sp>
          <p:nvSpPr>
            <p:cNvPr id="3" name="object 3"/>
            <p:cNvSpPr/>
            <p:nvPr/>
          </p:nvSpPr>
          <p:spPr>
            <a:xfrm>
              <a:off x="13447170" y="-10621"/>
              <a:ext cx="4840605" cy="3903979"/>
            </a:xfrm>
            <a:custGeom>
              <a:avLst/>
              <a:gdLst/>
              <a:ahLst/>
              <a:cxnLst/>
              <a:rect l="l" t="t" r="r" b="b"/>
              <a:pathLst>
                <a:path w="4840605" h="3903979">
                  <a:moveTo>
                    <a:pt x="2681460" y="213090"/>
                  </a:moveTo>
                  <a:lnTo>
                    <a:pt x="1178845" y="510655"/>
                  </a:lnTo>
                  <a:lnTo>
                    <a:pt x="1236261" y="486338"/>
                  </a:lnTo>
                  <a:lnTo>
                    <a:pt x="2617723" y="212766"/>
                  </a:lnTo>
                  <a:lnTo>
                    <a:pt x="2681460" y="213090"/>
                  </a:lnTo>
                  <a:close/>
                </a:path>
                <a:path w="4840605" h="3903979">
                  <a:moveTo>
                    <a:pt x="3038974" y="155238"/>
                  </a:moveTo>
                  <a:lnTo>
                    <a:pt x="948655" y="569186"/>
                  </a:lnTo>
                  <a:lnTo>
                    <a:pt x="1003225" y="545433"/>
                  </a:lnTo>
                  <a:lnTo>
                    <a:pt x="2979070" y="154154"/>
                  </a:lnTo>
                  <a:lnTo>
                    <a:pt x="3038974" y="155238"/>
                  </a:lnTo>
                  <a:close/>
                </a:path>
                <a:path w="4840605" h="3903979">
                  <a:moveTo>
                    <a:pt x="3315549" y="113414"/>
                  </a:moveTo>
                  <a:lnTo>
                    <a:pt x="785193" y="614503"/>
                  </a:lnTo>
                  <a:lnTo>
                    <a:pt x="837123" y="591273"/>
                  </a:lnTo>
                  <a:lnTo>
                    <a:pt x="3260165" y="111435"/>
                  </a:lnTo>
                  <a:lnTo>
                    <a:pt x="3315549" y="113414"/>
                  </a:lnTo>
                  <a:close/>
                </a:path>
                <a:path w="4840605" h="3903979">
                  <a:moveTo>
                    <a:pt x="3565910" y="76782"/>
                  </a:moveTo>
                  <a:lnTo>
                    <a:pt x="630518" y="658080"/>
                  </a:lnTo>
                  <a:lnTo>
                    <a:pt x="679375" y="635458"/>
                  </a:lnTo>
                  <a:lnTo>
                    <a:pt x="3516250" y="73669"/>
                  </a:lnTo>
                  <a:lnTo>
                    <a:pt x="3565910" y="76782"/>
                  </a:lnTo>
                  <a:close/>
                </a:path>
                <a:path w="4840605" h="3903979">
                  <a:moveTo>
                    <a:pt x="3859912" y="31507"/>
                  </a:moveTo>
                  <a:lnTo>
                    <a:pt x="533749" y="690190"/>
                  </a:lnTo>
                  <a:lnTo>
                    <a:pt x="580316" y="668022"/>
                  </a:lnTo>
                  <a:lnTo>
                    <a:pt x="3656377" y="58866"/>
                  </a:lnTo>
                  <a:lnTo>
                    <a:pt x="3859912" y="31507"/>
                  </a:lnTo>
                  <a:close/>
                </a:path>
                <a:path w="4840605" h="3903979">
                  <a:moveTo>
                    <a:pt x="4840001" y="3229436"/>
                  </a:moveTo>
                  <a:lnTo>
                    <a:pt x="1882564" y="3815100"/>
                  </a:lnTo>
                  <a:lnTo>
                    <a:pt x="1819358" y="3814670"/>
                  </a:lnTo>
                  <a:lnTo>
                    <a:pt x="1699951" y="3838316"/>
                  </a:lnTo>
                  <a:lnTo>
                    <a:pt x="1638913" y="3837457"/>
                  </a:lnTo>
                  <a:lnTo>
                    <a:pt x="1581164" y="3848893"/>
                  </a:lnTo>
                  <a:lnTo>
                    <a:pt x="1521818" y="3847699"/>
                  </a:lnTo>
                  <a:lnTo>
                    <a:pt x="1465857" y="3858781"/>
                  </a:lnTo>
                  <a:lnTo>
                    <a:pt x="1408397" y="3857213"/>
                  </a:lnTo>
                  <a:lnTo>
                    <a:pt x="1354420" y="3867902"/>
                  </a:lnTo>
                  <a:lnTo>
                    <a:pt x="1299042" y="3865922"/>
                  </a:lnTo>
                  <a:lnTo>
                    <a:pt x="1247244" y="3876180"/>
                  </a:lnTo>
                  <a:lnTo>
                    <a:pt x="1194143" y="3873749"/>
                  </a:lnTo>
                  <a:lnTo>
                    <a:pt x="1144721" y="3883536"/>
                  </a:lnTo>
                  <a:lnTo>
                    <a:pt x="1094093" y="3880615"/>
                  </a:lnTo>
                  <a:lnTo>
                    <a:pt x="1047241" y="3889893"/>
                  </a:lnTo>
                  <a:lnTo>
                    <a:pt x="999281" y="3886444"/>
                  </a:lnTo>
                  <a:lnTo>
                    <a:pt x="955195" y="3895175"/>
                  </a:lnTo>
                  <a:lnTo>
                    <a:pt x="910099" y="3891159"/>
                  </a:lnTo>
                  <a:lnTo>
                    <a:pt x="868975" y="3899302"/>
                  </a:lnTo>
                  <a:lnTo>
                    <a:pt x="826938" y="3894680"/>
                  </a:lnTo>
                  <a:lnTo>
                    <a:pt x="788971" y="3902199"/>
                  </a:lnTo>
                  <a:lnTo>
                    <a:pt x="750189" y="3896933"/>
                  </a:lnTo>
                  <a:lnTo>
                    <a:pt x="715574" y="3903787"/>
                  </a:lnTo>
                  <a:lnTo>
                    <a:pt x="680242" y="3897837"/>
                  </a:lnTo>
                  <a:lnTo>
                    <a:pt x="646709" y="3891531"/>
                  </a:lnTo>
                  <a:lnTo>
                    <a:pt x="617490" y="3897318"/>
                  </a:lnTo>
                  <a:lnTo>
                    <a:pt x="587700" y="3890270"/>
                  </a:lnTo>
                  <a:lnTo>
                    <a:pt x="562323" y="3895296"/>
                  </a:lnTo>
                  <a:lnTo>
                    <a:pt x="536472" y="3887468"/>
                  </a:lnTo>
                  <a:lnTo>
                    <a:pt x="528098" y="3889127"/>
                  </a:lnTo>
                  <a:lnTo>
                    <a:pt x="497058" y="3856434"/>
                  </a:lnTo>
                  <a:lnTo>
                    <a:pt x="475171" y="3821928"/>
                  </a:lnTo>
                  <a:lnTo>
                    <a:pt x="451866" y="3774757"/>
                  </a:lnTo>
                  <a:lnTo>
                    <a:pt x="438148" y="3738633"/>
                  </a:lnTo>
                  <a:lnTo>
                    <a:pt x="427170" y="3714914"/>
                  </a:lnTo>
                  <a:lnTo>
                    <a:pt x="414000" y="3678682"/>
                  </a:lnTo>
                  <a:lnTo>
                    <a:pt x="401110" y="3642395"/>
                  </a:lnTo>
                  <a:lnTo>
                    <a:pt x="388502" y="3606052"/>
                  </a:lnTo>
                  <a:lnTo>
                    <a:pt x="376180" y="3569652"/>
                  </a:lnTo>
                  <a:lnTo>
                    <a:pt x="361680" y="3520737"/>
                  </a:lnTo>
                  <a:lnTo>
                    <a:pt x="349940" y="3484222"/>
                  </a:lnTo>
                  <a:lnTo>
                    <a:pt x="336028" y="3435191"/>
                  </a:lnTo>
                  <a:lnTo>
                    <a:pt x="322416" y="3386100"/>
                  </a:lnTo>
                  <a:lnTo>
                    <a:pt x="309107" y="3336949"/>
                  </a:lnTo>
                  <a:lnTo>
                    <a:pt x="296103" y="3287738"/>
                  </a:lnTo>
                  <a:lnTo>
                    <a:pt x="280942" y="3226007"/>
                  </a:lnTo>
                  <a:lnTo>
                    <a:pt x="268561" y="3176672"/>
                  </a:lnTo>
                  <a:lnTo>
                    <a:pt x="254028" y="3114817"/>
                  </a:lnTo>
                  <a:lnTo>
                    <a:pt x="242282" y="3065356"/>
                  </a:lnTo>
                  <a:lnTo>
                    <a:pt x="228392" y="3003374"/>
                  </a:lnTo>
                  <a:lnTo>
                    <a:pt x="214828" y="2941327"/>
                  </a:lnTo>
                  <a:lnTo>
                    <a:pt x="201594" y="2879214"/>
                  </a:lnTo>
                  <a:lnTo>
                    <a:pt x="188693" y="2817036"/>
                  </a:lnTo>
                  <a:lnTo>
                    <a:pt x="161525" y="2680003"/>
                  </a:lnTo>
                  <a:lnTo>
                    <a:pt x="152019" y="2630099"/>
                  </a:lnTo>
                  <a:lnTo>
                    <a:pt x="140483" y="2567651"/>
                  </a:lnTo>
                  <a:lnTo>
                    <a:pt x="129296" y="2505133"/>
                  </a:lnTo>
                  <a:lnTo>
                    <a:pt x="118463" y="2442545"/>
                  </a:lnTo>
                  <a:lnTo>
                    <a:pt x="107986" y="2379887"/>
                  </a:lnTo>
                  <a:lnTo>
                    <a:pt x="97868" y="2317157"/>
                  </a:lnTo>
                  <a:lnTo>
                    <a:pt x="88114" y="2254356"/>
                  </a:lnTo>
                  <a:lnTo>
                    <a:pt x="78727" y="2191481"/>
                  </a:lnTo>
                  <a:lnTo>
                    <a:pt x="69709" y="2128534"/>
                  </a:lnTo>
                  <a:lnTo>
                    <a:pt x="61064" y="2065513"/>
                  </a:lnTo>
                  <a:lnTo>
                    <a:pt x="52796" y="2002417"/>
                  </a:lnTo>
                  <a:lnTo>
                    <a:pt x="44908" y="1939246"/>
                  </a:lnTo>
                  <a:lnTo>
                    <a:pt x="37403" y="1875999"/>
                  </a:lnTo>
                  <a:lnTo>
                    <a:pt x="30285" y="1812675"/>
                  </a:lnTo>
                  <a:lnTo>
                    <a:pt x="23557" y="1749275"/>
                  </a:lnTo>
                  <a:lnTo>
                    <a:pt x="19690" y="1698254"/>
                  </a:lnTo>
                  <a:lnTo>
                    <a:pt x="13752" y="1634697"/>
                  </a:lnTo>
                  <a:lnTo>
                    <a:pt x="10681" y="1583518"/>
                  </a:lnTo>
                  <a:lnTo>
                    <a:pt x="8014" y="1532260"/>
                  </a:lnTo>
                  <a:lnTo>
                    <a:pt x="3286" y="1468463"/>
                  </a:lnTo>
                  <a:lnTo>
                    <a:pt x="1436" y="1417043"/>
                  </a:lnTo>
                  <a:lnTo>
                    <a:pt x="0" y="1365541"/>
                  </a:lnTo>
                  <a:lnTo>
                    <a:pt x="1447" y="1326414"/>
                  </a:lnTo>
                  <a:lnTo>
                    <a:pt x="847" y="1274747"/>
                  </a:lnTo>
                  <a:lnTo>
                    <a:pt x="3139" y="1235453"/>
                  </a:lnTo>
                  <a:lnTo>
                    <a:pt x="3390" y="1183617"/>
                  </a:lnTo>
                  <a:lnTo>
                    <a:pt x="6538" y="1144153"/>
                  </a:lnTo>
                  <a:lnTo>
                    <a:pt x="10120" y="1104604"/>
                  </a:lnTo>
                  <a:lnTo>
                    <a:pt x="16607" y="1077426"/>
                  </a:lnTo>
                  <a:lnTo>
                    <a:pt x="21067" y="1037703"/>
                  </a:lnTo>
                  <a:lnTo>
                    <a:pt x="36255" y="982909"/>
                  </a:lnTo>
                  <a:lnTo>
                    <a:pt x="53246" y="927758"/>
                  </a:lnTo>
                  <a:lnTo>
                    <a:pt x="76999" y="897161"/>
                  </a:lnTo>
                  <a:lnTo>
                    <a:pt x="102609" y="866196"/>
                  </a:lnTo>
                  <a:lnTo>
                    <a:pt x="135598" y="859663"/>
                  </a:lnTo>
                  <a:lnTo>
                    <a:pt x="167821" y="840335"/>
                  </a:lnTo>
                  <a:lnTo>
                    <a:pt x="201695" y="820680"/>
                  </a:lnTo>
                  <a:lnTo>
                    <a:pt x="237171" y="800708"/>
                  </a:lnTo>
                  <a:lnTo>
                    <a:pt x="274203" y="780428"/>
                  </a:lnTo>
                  <a:lnTo>
                    <a:pt x="315209" y="772308"/>
                  </a:lnTo>
                  <a:lnTo>
                    <a:pt x="396613" y="730294"/>
                  </a:lnTo>
                  <a:lnTo>
                    <a:pt x="441850" y="721336"/>
                  </a:lnTo>
                  <a:lnTo>
                    <a:pt x="485933" y="699659"/>
                  </a:lnTo>
                  <a:lnTo>
                    <a:pt x="4019014" y="0"/>
                  </a:lnTo>
                  <a:lnTo>
                    <a:pt x="4257308" y="4596"/>
                  </a:lnTo>
                  <a:lnTo>
                    <a:pt x="4267022" y="15619"/>
                  </a:lnTo>
                  <a:lnTo>
                    <a:pt x="4280469" y="25903"/>
                  </a:lnTo>
                  <a:lnTo>
                    <a:pt x="4295860" y="48748"/>
                  </a:lnTo>
                  <a:lnTo>
                    <a:pt x="4310736" y="71696"/>
                  </a:lnTo>
                  <a:lnTo>
                    <a:pt x="4322640" y="82285"/>
                  </a:lnTo>
                  <a:lnTo>
                    <a:pt x="4338982" y="117889"/>
                  </a:lnTo>
                  <a:lnTo>
                    <a:pt x="4352371" y="141131"/>
                  </a:lnTo>
                  <a:lnTo>
                    <a:pt x="4365282" y="164467"/>
                  </a:lnTo>
                  <a:lnTo>
                    <a:pt x="4380193" y="200354"/>
                  </a:lnTo>
                  <a:lnTo>
                    <a:pt x="4394645" y="236332"/>
                  </a:lnTo>
                  <a:lnTo>
                    <a:pt x="4408649" y="272399"/>
                  </a:lnTo>
                  <a:lnTo>
                    <a:pt x="4422214" y="308552"/>
                  </a:lnTo>
                  <a:lnTo>
                    <a:pt x="4435348" y="344791"/>
                  </a:lnTo>
                  <a:lnTo>
                    <a:pt x="4448062" y="381113"/>
                  </a:lnTo>
                  <a:lnTo>
                    <a:pt x="4462831" y="429975"/>
                  </a:lnTo>
                  <a:lnTo>
                    <a:pt x="4477199" y="478916"/>
                  </a:lnTo>
                  <a:lnTo>
                    <a:pt x="4488708" y="515477"/>
                  </a:lnTo>
                  <a:lnTo>
                    <a:pt x="4502300" y="564572"/>
                  </a:lnTo>
                  <a:lnTo>
                    <a:pt x="4515519" y="613741"/>
                  </a:lnTo>
                  <a:lnTo>
                    <a:pt x="4528374" y="662982"/>
                  </a:lnTo>
                  <a:lnTo>
                    <a:pt x="4540874" y="712293"/>
                  </a:lnTo>
                  <a:lnTo>
                    <a:pt x="4555496" y="774130"/>
                  </a:lnTo>
                  <a:lnTo>
                    <a:pt x="4567315" y="823576"/>
                  </a:lnTo>
                  <a:lnTo>
                    <a:pt x="4578807" y="873087"/>
                  </a:lnTo>
                  <a:lnTo>
                    <a:pt x="4592449" y="935119"/>
                  </a:lnTo>
                  <a:lnTo>
                    <a:pt x="4603317" y="984753"/>
                  </a:lnTo>
                  <a:lnTo>
                    <a:pt x="4616353" y="1046905"/>
                  </a:lnTo>
                  <a:lnTo>
                    <a:pt x="4626551" y="1096672"/>
                  </a:lnTo>
                  <a:lnTo>
                    <a:pt x="4639101" y="1158919"/>
                  </a:lnTo>
                  <a:lnTo>
                    <a:pt x="4651299" y="1221237"/>
                  </a:lnTo>
                  <a:lnTo>
                    <a:pt x="4663236" y="1283606"/>
                  </a:lnTo>
                  <a:lnTo>
                    <a:pt x="4674922" y="1346025"/>
                  </a:lnTo>
                  <a:lnTo>
                    <a:pt x="4695111" y="1458547"/>
                  </a:lnTo>
                  <a:lnTo>
                    <a:pt x="4706100" y="1521104"/>
                  </a:lnTo>
                  <a:lnTo>
                    <a:pt x="4716875" y="1583703"/>
                  </a:lnTo>
                  <a:lnTo>
                    <a:pt x="4727446" y="1646343"/>
                  </a:lnTo>
                  <a:lnTo>
                    <a:pt x="4737823" y="1709021"/>
                  </a:lnTo>
                  <a:lnTo>
                    <a:pt x="4748013" y="1771736"/>
                  </a:lnTo>
                  <a:lnTo>
                    <a:pt x="4758028" y="1834486"/>
                  </a:lnTo>
                  <a:lnTo>
                    <a:pt x="4765410" y="1884811"/>
                  </a:lnTo>
                  <a:lnTo>
                    <a:pt x="4775101" y="1947625"/>
                  </a:lnTo>
                  <a:lnTo>
                    <a:pt x="4784644" y="2010468"/>
                  </a:lnTo>
                  <a:lnTo>
                    <a:pt x="4794049" y="2073339"/>
                  </a:lnTo>
                  <a:lnTo>
                    <a:pt x="4803325" y="2136235"/>
                  </a:lnTo>
                  <a:lnTo>
                    <a:pt x="4810015" y="2186697"/>
                  </a:lnTo>
                  <a:lnTo>
                    <a:pt x="4819062" y="2249638"/>
                  </a:lnTo>
                  <a:lnTo>
                    <a:pt x="4825540" y="2300142"/>
                  </a:lnTo>
                  <a:lnTo>
                    <a:pt x="4834395" y="2363122"/>
                  </a:lnTo>
                  <a:lnTo>
                    <a:pt x="4839209" y="2401008"/>
                  </a:lnTo>
                  <a:lnTo>
                    <a:pt x="4840001" y="3229436"/>
                  </a:lnTo>
                  <a:close/>
                </a:path>
                <a:path w="4840605" h="3903979">
                  <a:moveTo>
                    <a:pt x="4811329" y="3248060"/>
                  </a:moveTo>
                  <a:lnTo>
                    <a:pt x="2070807" y="3790769"/>
                  </a:lnTo>
                  <a:lnTo>
                    <a:pt x="2005871" y="3790681"/>
                  </a:lnTo>
                  <a:lnTo>
                    <a:pt x="4831412" y="3231136"/>
                  </a:lnTo>
                  <a:lnTo>
                    <a:pt x="4811329" y="3248060"/>
                  </a:lnTo>
                  <a:close/>
                </a:path>
                <a:path w="4840605" h="3903979">
                  <a:moveTo>
                    <a:pt x="4734255" y="3276270"/>
                  </a:moveTo>
                  <a:lnTo>
                    <a:pt x="2199600" y="3778210"/>
                  </a:lnTo>
                  <a:lnTo>
                    <a:pt x="2133755" y="3778303"/>
                  </a:lnTo>
                  <a:lnTo>
                    <a:pt x="4760234" y="3258178"/>
                  </a:lnTo>
                  <a:lnTo>
                    <a:pt x="4734255" y="3276270"/>
                  </a:lnTo>
                  <a:close/>
                </a:path>
                <a:path w="4840605" h="3903979">
                  <a:moveTo>
                    <a:pt x="4674277" y="3301094"/>
                  </a:moveTo>
                  <a:lnTo>
                    <a:pt x="2394290" y="3752602"/>
                  </a:lnTo>
                  <a:lnTo>
                    <a:pt x="2327449" y="3752892"/>
                  </a:lnTo>
                  <a:lnTo>
                    <a:pt x="4703942" y="3282273"/>
                  </a:lnTo>
                  <a:lnTo>
                    <a:pt x="4674277" y="3301094"/>
                  </a:lnTo>
                  <a:close/>
                </a:path>
                <a:path w="4840605" h="3903979">
                  <a:moveTo>
                    <a:pt x="4569925" y="3334706"/>
                  </a:moveTo>
                  <a:lnTo>
                    <a:pt x="2656108" y="3713701"/>
                  </a:lnTo>
                  <a:lnTo>
                    <a:pt x="2588623" y="3714118"/>
                  </a:lnTo>
                  <a:lnTo>
                    <a:pt x="4604752" y="3314862"/>
                  </a:lnTo>
                  <a:lnTo>
                    <a:pt x="4569925" y="3334706"/>
                  </a:lnTo>
                  <a:close/>
                </a:path>
                <a:path w="4840605" h="3903979">
                  <a:moveTo>
                    <a:pt x="4407472" y="3379823"/>
                  </a:moveTo>
                  <a:lnTo>
                    <a:pt x="2918548" y="3674676"/>
                  </a:lnTo>
                  <a:lnTo>
                    <a:pt x="2851201" y="3675066"/>
                  </a:lnTo>
                  <a:lnTo>
                    <a:pt x="4448498" y="3358752"/>
                  </a:lnTo>
                  <a:lnTo>
                    <a:pt x="4407472" y="3379823"/>
                  </a:lnTo>
                  <a:close/>
                </a:path>
                <a:path w="4840605" h="3903979">
                  <a:moveTo>
                    <a:pt x="4172036" y="3439393"/>
                  </a:moveTo>
                  <a:lnTo>
                    <a:pt x="3305296" y="3611035"/>
                  </a:lnTo>
                  <a:lnTo>
                    <a:pt x="3239622" y="3611093"/>
                  </a:lnTo>
                  <a:lnTo>
                    <a:pt x="4219711" y="3417005"/>
                  </a:lnTo>
                  <a:lnTo>
                    <a:pt x="4172036" y="3439393"/>
                  </a:lnTo>
                  <a:close/>
                </a:path>
              </a:pathLst>
            </a:custGeom>
            <a:solidFill>
              <a:srgbClr val="B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00824" y="710234"/>
              <a:ext cx="4587240" cy="2818765"/>
            </a:xfrm>
            <a:custGeom>
              <a:avLst/>
              <a:gdLst/>
              <a:ahLst/>
              <a:cxnLst/>
              <a:rect l="l" t="t" r="r" b="b"/>
              <a:pathLst>
                <a:path w="4587240" h="2818765">
                  <a:moveTo>
                    <a:pt x="852932" y="27063"/>
                  </a:moveTo>
                  <a:lnTo>
                    <a:pt x="852297" y="17551"/>
                  </a:lnTo>
                  <a:lnTo>
                    <a:pt x="847915" y="9004"/>
                  </a:lnTo>
                  <a:lnTo>
                    <a:pt x="840803" y="2959"/>
                  </a:lnTo>
                  <a:lnTo>
                    <a:pt x="832053" y="0"/>
                  </a:lnTo>
                  <a:lnTo>
                    <a:pt x="822807" y="685"/>
                  </a:lnTo>
                  <a:lnTo>
                    <a:pt x="696988" y="36156"/>
                  </a:lnTo>
                  <a:lnTo>
                    <a:pt x="637476" y="53924"/>
                  </a:lnTo>
                  <a:lnTo>
                    <a:pt x="580224" y="71704"/>
                  </a:lnTo>
                  <a:lnTo>
                    <a:pt x="525259" y="89496"/>
                  </a:lnTo>
                  <a:lnTo>
                    <a:pt x="472592" y="107289"/>
                  </a:lnTo>
                  <a:lnTo>
                    <a:pt x="422236" y="125082"/>
                  </a:lnTo>
                  <a:lnTo>
                    <a:pt x="374205" y="142875"/>
                  </a:lnTo>
                  <a:lnTo>
                    <a:pt x="328498" y="160655"/>
                  </a:lnTo>
                  <a:lnTo>
                    <a:pt x="285140" y="178422"/>
                  </a:lnTo>
                  <a:lnTo>
                    <a:pt x="244132" y="196176"/>
                  </a:lnTo>
                  <a:lnTo>
                    <a:pt x="205498" y="213906"/>
                  </a:lnTo>
                  <a:lnTo>
                    <a:pt x="169240" y="231609"/>
                  </a:lnTo>
                  <a:lnTo>
                    <a:pt x="135369" y="249288"/>
                  </a:lnTo>
                  <a:lnTo>
                    <a:pt x="87909" y="278612"/>
                  </a:lnTo>
                  <a:lnTo>
                    <a:pt x="60337" y="313093"/>
                  </a:lnTo>
                  <a:lnTo>
                    <a:pt x="38404" y="361327"/>
                  </a:lnTo>
                  <a:lnTo>
                    <a:pt x="21755" y="422122"/>
                  </a:lnTo>
                  <a:lnTo>
                    <a:pt x="10033" y="494245"/>
                  </a:lnTo>
                  <a:lnTo>
                    <a:pt x="5918" y="534174"/>
                  </a:lnTo>
                  <a:lnTo>
                    <a:pt x="2908" y="576491"/>
                  </a:lnTo>
                  <a:lnTo>
                    <a:pt x="952" y="621017"/>
                  </a:lnTo>
                  <a:lnTo>
                    <a:pt x="0" y="667626"/>
                  </a:lnTo>
                  <a:lnTo>
                    <a:pt x="25" y="716153"/>
                  </a:lnTo>
                  <a:lnTo>
                    <a:pt x="977" y="766445"/>
                  </a:lnTo>
                  <a:lnTo>
                    <a:pt x="2819" y="818349"/>
                  </a:lnTo>
                  <a:lnTo>
                    <a:pt x="5486" y="871715"/>
                  </a:lnTo>
                  <a:lnTo>
                    <a:pt x="8966" y="926604"/>
                  </a:lnTo>
                  <a:lnTo>
                    <a:pt x="13157" y="982230"/>
                  </a:lnTo>
                  <a:lnTo>
                    <a:pt x="18084" y="1039075"/>
                  </a:lnTo>
                  <a:lnTo>
                    <a:pt x="23660" y="1096784"/>
                  </a:lnTo>
                  <a:lnTo>
                    <a:pt x="29921" y="1155776"/>
                  </a:lnTo>
                  <a:lnTo>
                    <a:pt x="36626" y="1214132"/>
                  </a:lnTo>
                  <a:lnTo>
                    <a:pt x="43929" y="1273479"/>
                  </a:lnTo>
                  <a:lnTo>
                    <a:pt x="51714" y="1333068"/>
                  </a:lnTo>
                  <a:lnTo>
                    <a:pt x="59944" y="1392758"/>
                  </a:lnTo>
                  <a:lnTo>
                    <a:pt x="68567" y="1452384"/>
                  </a:lnTo>
                  <a:lnTo>
                    <a:pt x="77546" y="1511795"/>
                  </a:lnTo>
                  <a:lnTo>
                    <a:pt x="86842" y="1570837"/>
                  </a:lnTo>
                  <a:lnTo>
                    <a:pt x="96393" y="1629371"/>
                  </a:lnTo>
                  <a:lnTo>
                    <a:pt x="106172" y="1687245"/>
                  </a:lnTo>
                  <a:lnTo>
                    <a:pt x="126212" y="1800352"/>
                  </a:lnTo>
                  <a:lnTo>
                    <a:pt x="146621" y="1908975"/>
                  </a:lnTo>
                  <a:lnTo>
                    <a:pt x="167030" y="2011870"/>
                  </a:lnTo>
                  <a:lnTo>
                    <a:pt x="177126" y="2060790"/>
                  </a:lnTo>
                  <a:lnTo>
                    <a:pt x="195630" y="2079320"/>
                  </a:lnTo>
                  <a:lnTo>
                    <a:pt x="195199" y="2079409"/>
                  </a:lnTo>
                  <a:lnTo>
                    <a:pt x="205562" y="2079371"/>
                  </a:lnTo>
                  <a:lnTo>
                    <a:pt x="214337" y="2075611"/>
                  </a:lnTo>
                  <a:lnTo>
                    <a:pt x="220751" y="2069020"/>
                  </a:lnTo>
                  <a:lnTo>
                    <a:pt x="224231" y="2060486"/>
                  </a:lnTo>
                  <a:lnTo>
                    <a:pt x="224167" y="2050948"/>
                  </a:lnTo>
                  <a:lnTo>
                    <a:pt x="214210" y="2002523"/>
                  </a:lnTo>
                  <a:lnTo>
                    <a:pt x="193776" y="1899627"/>
                  </a:lnTo>
                  <a:lnTo>
                    <a:pt x="184797" y="1852777"/>
                  </a:lnTo>
                  <a:lnTo>
                    <a:pt x="172529" y="1786509"/>
                  </a:lnTo>
                  <a:lnTo>
                    <a:pt x="160743" y="1720303"/>
                  </a:lnTo>
                  <a:lnTo>
                    <a:pt x="149428" y="1654289"/>
                  </a:lnTo>
                  <a:lnTo>
                    <a:pt x="138620" y="1588579"/>
                  </a:lnTo>
                  <a:lnTo>
                    <a:pt x="128320" y="1523263"/>
                  </a:lnTo>
                  <a:lnTo>
                    <a:pt x="118567" y="1458480"/>
                  </a:lnTo>
                  <a:lnTo>
                    <a:pt x="109372" y="1394307"/>
                  </a:lnTo>
                  <a:lnTo>
                    <a:pt x="100761" y="1330883"/>
                  </a:lnTo>
                  <a:lnTo>
                    <a:pt x="92735" y="1268310"/>
                  </a:lnTo>
                  <a:lnTo>
                    <a:pt x="85331" y="1206690"/>
                  </a:lnTo>
                  <a:lnTo>
                    <a:pt x="78498" y="1145552"/>
                  </a:lnTo>
                  <a:lnTo>
                    <a:pt x="72440" y="1086777"/>
                  </a:lnTo>
                  <a:lnTo>
                    <a:pt x="66992" y="1028700"/>
                  </a:lnTo>
                  <a:lnTo>
                    <a:pt x="62230" y="972019"/>
                  </a:lnTo>
                  <a:lnTo>
                    <a:pt x="58166" y="916647"/>
                  </a:lnTo>
                  <a:lnTo>
                    <a:pt x="54864" y="863320"/>
                  </a:lnTo>
                  <a:lnTo>
                    <a:pt x="52285" y="811517"/>
                  </a:lnTo>
                  <a:lnTo>
                    <a:pt x="50482" y="761542"/>
                  </a:lnTo>
                  <a:lnTo>
                    <a:pt x="49453" y="713536"/>
                  </a:lnTo>
                  <a:lnTo>
                    <a:pt x="49237" y="667588"/>
                  </a:lnTo>
                  <a:lnTo>
                    <a:pt x="49834" y="623824"/>
                  </a:lnTo>
                  <a:lnTo>
                    <a:pt x="51282" y="582333"/>
                  </a:lnTo>
                  <a:lnTo>
                    <a:pt x="53594" y="543242"/>
                  </a:lnTo>
                  <a:lnTo>
                    <a:pt x="60858" y="472694"/>
                  </a:lnTo>
                  <a:lnTo>
                    <a:pt x="71793" y="413054"/>
                  </a:lnTo>
                  <a:lnTo>
                    <a:pt x="86550" y="365201"/>
                  </a:lnTo>
                  <a:lnTo>
                    <a:pt x="105270" y="330034"/>
                  </a:lnTo>
                  <a:lnTo>
                    <a:pt x="158851" y="291198"/>
                  </a:lnTo>
                  <a:lnTo>
                    <a:pt x="227495" y="256616"/>
                  </a:lnTo>
                  <a:lnTo>
                    <a:pt x="265379" y="239268"/>
                  </a:lnTo>
                  <a:lnTo>
                    <a:pt x="305625" y="221881"/>
                  </a:lnTo>
                  <a:lnTo>
                    <a:pt x="348221" y="204457"/>
                  </a:lnTo>
                  <a:lnTo>
                    <a:pt x="393153" y="187020"/>
                  </a:lnTo>
                  <a:lnTo>
                    <a:pt x="440410" y="169545"/>
                  </a:lnTo>
                  <a:lnTo>
                    <a:pt x="489991" y="152057"/>
                  </a:lnTo>
                  <a:lnTo>
                    <a:pt x="541870" y="134569"/>
                  </a:lnTo>
                  <a:lnTo>
                    <a:pt x="596036" y="117055"/>
                  </a:lnTo>
                  <a:lnTo>
                    <a:pt x="652487" y="99542"/>
                  </a:lnTo>
                  <a:lnTo>
                    <a:pt x="711200" y="82029"/>
                  </a:lnTo>
                  <a:lnTo>
                    <a:pt x="835393" y="47028"/>
                  </a:lnTo>
                  <a:lnTo>
                    <a:pt x="843940" y="42748"/>
                  </a:lnTo>
                  <a:lnTo>
                    <a:pt x="849972" y="35775"/>
                  </a:lnTo>
                  <a:lnTo>
                    <a:pt x="852932" y="27063"/>
                  </a:lnTo>
                  <a:close/>
                </a:path>
                <a:path w="4587240" h="2818765">
                  <a:moveTo>
                    <a:pt x="4587176" y="2486215"/>
                  </a:moveTo>
                  <a:lnTo>
                    <a:pt x="4534713" y="2512212"/>
                  </a:lnTo>
                  <a:lnTo>
                    <a:pt x="4465167" y="2540470"/>
                  </a:lnTo>
                  <a:lnTo>
                    <a:pt x="4421606" y="2556192"/>
                  </a:lnTo>
                  <a:lnTo>
                    <a:pt x="4371581" y="2572956"/>
                  </a:lnTo>
                  <a:lnTo>
                    <a:pt x="4314672" y="2590787"/>
                  </a:lnTo>
                  <a:lnTo>
                    <a:pt x="4250423" y="2609685"/>
                  </a:lnTo>
                  <a:lnTo>
                    <a:pt x="4178376" y="2629636"/>
                  </a:lnTo>
                  <a:lnTo>
                    <a:pt x="4098112" y="2650642"/>
                  </a:lnTo>
                  <a:lnTo>
                    <a:pt x="4009174" y="2672727"/>
                  </a:lnTo>
                  <a:lnTo>
                    <a:pt x="3911130" y="2695854"/>
                  </a:lnTo>
                  <a:lnTo>
                    <a:pt x="3685908" y="2745333"/>
                  </a:lnTo>
                  <a:lnTo>
                    <a:pt x="3557841" y="2771660"/>
                  </a:lnTo>
                  <a:lnTo>
                    <a:pt x="3549053" y="2775356"/>
                  </a:lnTo>
                  <a:lnTo>
                    <a:pt x="3542576" y="2781909"/>
                  </a:lnTo>
                  <a:lnTo>
                    <a:pt x="3539032" y="2790406"/>
                  </a:lnTo>
                  <a:lnTo>
                    <a:pt x="3539032" y="2799956"/>
                  </a:lnTo>
                  <a:lnTo>
                    <a:pt x="3542715" y="2808732"/>
                  </a:lnTo>
                  <a:lnTo>
                    <a:pt x="3549256" y="2815183"/>
                  </a:lnTo>
                  <a:lnTo>
                    <a:pt x="3557740" y="2818739"/>
                  </a:lnTo>
                  <a:lnTo>
                    <a:pt x="3567366" y="2818752"/>
                  </a:lnTo>
                  <a:lnTo>
                    <a:pt x="3693884" y="2792742"/>
                  </a:lnTo>
                  <a:lnTo>
                    <a:pt x="3917886" y="2743568"/>
                  </a:lnTo>
                  <a:lnTo>
                    <a:pt x="4016146" y="2720390"/>
                  </a:lnTo>
                  <a:lnTo>
                    <a:pt x="4105783" y="2698127"/>
                  </a:lnTo>
                  <a:lnTo>
                    <a:pt x="4187190" y="2676791"/>
                  </a:lnTo>
                  <a:lnTo>
                    <a:pt x="4260748" y="2656357"/>
                  </a:lnTo>
                  <a:lnTo>
                    <a:pt x="4326864" y="2636824"/>
                  </a:lnTo>
                  <a:lnTo>
                    <a:pt x="4385932" y="2618168"/>
                  </a:lnTo>
                  <a:lnTo>
                    <a:pt x="4438332" y="2600401"/>
                  </a:lnTo>
                  <a:lnTo>
                    <a:pt x="4484484" y="2583497"/>
                  </a:lnTo>
                  <a:lnTo>
                    <a:pt x="4524781" y="2567457"/>
                  </a:lnTo>
                  <a:lnTo>
                    <a:pt x="4587176" y="2538971"/>
                  </a:lnTo>
                  <a:lnTo>
                    <a:pt x="4587176" y="2486215"/>
                  </a:lnTo>
                  <a:close/>
                </a:path>
                <a:path w="4587240" h="2818765">
                  <a:moveTo>
                    <a:pt x="4587176" y="1507680"/>
                  </a:moveTo>
                  <a:lnTo>
                    <a:pt x="4575137" y="1422438"/>
                  </a:lnTo>
                  <a:lnTo>
                    <a:pt x="4567301" y="1368183"/>
                  </a:lnTo>
                  <a:lnTo>
                    <a:pt x="4559287" y="1313586"/>
                  </a:lnTo>
                  <a:lnTo>
                    <a:pt x="4551083" y="1258709"/>
                  </a:lnTo>
                  <a:lnTo>
                    <a:pt x="4542726" y="1203591"/>
                  </a:lnTo>
                  <a:lnTo>
                    <a:pt x="4534192" y="1148283"/>
                  </a:lnTo>
                  <a:lnTo>
                    <a:pt x="4525480" y="1092847"/>
                  </a:lnTo>
                  <a:lnTo>
                    <a:pt x="4516628" y="1037336"/>
                  </a:lnTo>
                  <a:lnTo>
                    <a:pt x="4507598" y="981798"/>
                  </a:lnTo>
                  <a:lnTo>
                    <a:pt x="4498429" y="926287"/>
                  </a:lnTo>
                  <a:lnTo>
                    <a:pt x="4489107" y="870851"/>
                  </a:lnTo>
                  <a:lnTo>
                    <a:pt x="4479633" y="815555"/>
                  </a:lnTo>
                  <a:lnTo>
                    <a:pt x="4470019" y="760437"/>
                  </a:lnTo>
                  <a:lnTo>
                    <a:pt x="4460278" y="705561"/>
                  </a:lnTo>
                  <a:lnTo>
                    <a:pt x="4450397" y="650976"/>
                  </a:lnTo>
                  <a:lnTo>
                    <a:pt x="4440352" y="596582"/>
                  </a:lnTo>
                  <a:lnTo>
                    <a:pt x="4430179" y="542569"/>
                  </a:lnTo>
                  <a:lnTo>
                    <a:pt x="4419981" y="489483"/>
                  </a:lnTo>
                  <a:lnTo>
                    <a:pt x="4398950" y="383425"/>
                  </a:lnTo>
                  <a:lnTo>
                    <a:pt x="4388307" y="331533"/>
                  </a:lnTo>
                  <a:lnTo>
                    <a:pt x="4377563" y="280289"/>
                  </a:lnTo>
                  <a:lnTo>
                    <a:pt x="4366717" y="229768"/>
                  </a:lnTo>
                  <a:lnTo>
                    <a:pt x="4355770" y="180009"/>
                  </a:lnTo>
                  <a:lnTo>
                    <a:pt x="4344721" y="131064"/>
                  </a:lnTo>
                  <a:lnTo>
                    <a:pt x="4333583" y="82994"/>
                  </a:lnTo>
                  <a:lnTo>
                    <a:pt x="4322356" y="35852"/>
                  </a:lnTo>
                  <a:lnTo>
                    <a:pt x="4303052" y="17691"/>
                  </a:lnTo>
                  <a:lnTo>
                    <a:pt x="4293349" y="18148"/>
                  </a:lnTo>
                  <a:lnTo>
                    <a:pt x="4284700" y="22186"/>
                  </a:lnTo>
                  <a:lnTo>
                    <a:pt x="4278477" y="28981"/>
                  </a:lnTo>
                  <a:lnTo>
                    <a:pt x="4275264" y="37604"/>
                  </a:lnTo>
                  <a:lnTo>
                    <a:pt x="4275620" y="47142"/>
                  </a:lnTo>
                  <a:lnTo>
                    <a:pt x="4286809" y="94119"/>
                  </a:lnTo>
                  <a:lnTo>
                    <a:pt x="4297908" y="142036"/>
                  </a:lnTo>
                  <a:lnTo>
                    <a:pt x="4308919" y="190817"/>
                  </a:lnTo>
                  <a:lnTo>
                    <a:pt x="4319829" y="240411"/>
                  </a:lnTo>
                  <a:lnTo>
                    <a:pt x="4330649" y="290779"/>
                  </a:lnTo>
                  <a:lnTo>
                    <a:pt x="4341355" y="341845"/>
                  </a:lnTo>
                  <a:lnTo>
                    <a:pt x="4351794" y="392772"/>
                  </a:lnTo>
                  <a:lnTo>
                    <a:pt x="4372838" y="498817"/>
                  </a:lnTo>
                  <a:lnTo>
                    <a:pt x="4383100" y="552221"/>
                  </a:lnTo>
                  <a:lnTo>
                    <a:pt x="4393235" y="606069"/>
                  </a:lnTo>
                  <a:lnTo>
                    <a:pt x="4403242" y="660311"/>
                  </a:lnTo>
                  <a:lnTo>
                    <a:pt x="4413161" y="715098"/>
                  </a:lnTo>
                  <a:lnTo>
                    <a:pt x="4422940" y="770140"/>
                  </a:lnTo>
                  <a:lnTo>
                    <a:pt x="4432579" y="825436"/>
                  </a:lnTo>
                  <a:lnTo>
                    <a:pt x="4442066" y="880897"/>
                  </a:lnTo>
                  <a:lnTo>
                    <a:pt x="4451413" y="936510"/>
                  </a:lnTo>
                  <a:lnTo>
                    <a:pt x="4460608" y="992187"/>
                  </a:lnTo>
                  <a:lnTo>
                    <a:pt x="4469650" y="1047902"/>
                  </a:lnTo>
                  <a:lnTo>
                    <a:pt x="4478540" y="1103591"/>
                  </a:lnTo>
                  <a:lnTo>
                    <a:pt x="4487253" y="1159192"/>
                  </a:lnTo>
                  <a:lnTo>
                    <a:pt x="4495812" y="1214666"/>
                  </a:lnTo>
                  <a:lnTo>
                    <a:pt x="4504194" y="1269961"/>
                  </a:lnTo>
                  <a:lnTo>
                    <a:pt x="4512399" y="1325016"/>
                  </a:lnTo>
                  <a:lnTo>
                    <a:pt x="4520425" y="1379766"/>
                  </a:lnTo>
                  <a:lnTo>
                    <a:pt x="4527931" y="1431785"/>
                  </a:lnTo>
                  <a:lnTo>
                    <a:pt x="4535576" y="1485633"/>
                  </a:lnTo>
                  <a:lnTo>
                    <a:pt x="4543031" y="1539049"/>
                  </a:lnTo>
                  <a:lnTo>
                    <a:pt x="4550283" y="1591957"/>
                  </a:lnTo>
                  <a:lnTo>
                    <a:pt x="4557357" y="1644319"/>
                  </a:lnTo>
                  <a:lnTo>
                    <a:pt x="4564215" y="1696059"/>
                  </a:lnTo>
                  <a:lnTo>
                    <a:pt x="4570869" y="1747151"/>
                  </a:lnTo>
                  <a:lnTo>
                    <a:pt x="4577321" y="1797545"/>
                  </a:lnTo>
                  <a:lnTo>
                    <a:pt x="4583557" y="1847151"/>
                  </a:lnTo>
                  <a:lnTo>
                    <a:pt x="4587176" y="1876488"/>
                  </a:lnTo>
                  <a:lnTo>
                    <a:pt x="4587176" y="1507680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924230" y="83247"/>
              <a:ext cx="4151629" cy="3677920"/>
            </a:xfrm>
            <a:custGeom>
              <a:avLst/>
              <a:gdLst/>
              <a:ahLst/>
              <a:cxnLst/>
              <a:rect l="l" t="t" r="r" b="b"/>
              <a:pathLst>
                <a:path w="4151630" h="3677920">
                  <a:moveTo>
                    <a:pt x="2172462" y="2767012"/>
                  </a:moveTo>
                  <a:lnTo>
                    <a:pt x="2167496" y="2698292"/>
                  </a:lnTo>
                  <a:lnTo>
                    <a:pt x="2153996" y="2629674"/>
                  </a:lnTo>
                  <a:lnTo>
                    <a:pt x="2132584" y="2562479"/>
                  </a:lnTo>
                  <a:lnTo>
                    <a:pt x="2103831" y="2497963"/>
                  </a:lnTo>
                  <a:lnTo>
                    <a:pt x="2068334" y="2437422"/>
                  </a:lnTo>
                  <a:lnTo>
                    <a:pt x="2026666" y="2382139"/>
                  </a:lnTo>
                  <a:lnTo>
                    <a:pt x="1979447" y="2333421"/>
                  </a:lnTo>
                  <a:lnTo>
                    <a:pt x="1927237" y="2292527"/>
                  </a:lnTo>
                  <a:lnTo>
                    <a:pt x="1870633" y="2260765"/>
                  </a:lnTo>
                  <a:lnTo>
                    <a:pt x="1810245" y="2239416"/>
                  </a:lnTo>
                  <a:lnTo>
                    <a:pt x="1746631" y="2229777"/>
                  </a:lnTo>
                  <a:lnTo>
                    <a:pt x="1713814" y="2229739"/>
                  </a:lnTo>
                  <a:lnTo>
                    <a:pt x="1680413" y="2233117"/>
                  </a:lnTo>
                  <a:lnTo>
                    <a:pt x="1612150" y="2250732"/>
                  </a:lnTo>
                  <a:lnTo>
                    <a:pt x="1542453" y="2283917"/>
                  </a:lnTo>
                  <a:lnTo>
                    <a:pt x="1507248" y="2306739"/>
                  </a:lnTo>
                  <a:lnTo>
                    <a:pt x="1502816" y="2268575"/>
                  </a:lnTo>
                  <a:lnTo>
                    <a:pt x="1495437" y="2231174"/>
                  </a:lnTo>
                  <a:lnTo>
                    <a:pt x="1472438" y="2159012"/>
                  </a:lnTo>
                  <a:lnTo>
                    <a:pt x="1439430" y="2090915"/>
                  </a:lnTo>
                  <a:lnTo>
                    <a:pt x="1397660" y="2027542"/>
                  </a:lnTo>
                  <a:lnTo>
                    <a:pt x="1348295" y="1969541"/>
                  </a:lnTo>
                  <a:lnTo>
                    <a:pt x="1321168" y="1942769"/>
                  </a:lnTo>
                  <a:lnTo>
                    <a:pt x="1292580" y="1917573"/>
                  </a:lnTo>
                  <a:lnTo>
                    <a:pt x="1231709" y="1872297"/>
                  </a:lnTo>
                  <a:lnTo>
                    <a:pt x="1166888" y="1834337"/>
                  </a:lnTo>
                  <a:lnTo>
                    <a:pt x="1099337" y="1804390"/>
                  </a:lnTo>
                  <a:lnTo>
                    <a:pt x="1030262" y="1783067"/>
                  </a:lnTo>
                  <a:lnTo>
                    <a:pt x="960856" y="1771053"/>
                  </a:lnTo>
                  <a:lnTo>
                    <a:pt x="926414" y="1768741"/>
                  </a:lnTo>
                  <a:lnTo>
                    <a:pt x="892352" y="1768983"/>
                  </a:lnTo>
                  <a:lnTo>
                    <a:pt x="825944" y="1777530"/>
                  </a:lnTo>
                  <a:lnTo>
                    <a:pt x="762838" y="1797329"/>
                  </a:lnTo>
                  <a:lnTo>
                    <a:pt x="704265" y="1829041"/>
                  </a:lnTo>
                  <a:lnTo>
                    <a:pt x="651408" y="1873313"/>
                  </a:lnTo>
                  <a:lnTo>
                    <a:pt x="605485" y="1930819"/>
                  </a:lnTo>
                  <a:lnTo>
                    <a:pt x="585508" y="1964728"/>
                  </a:lnTo>
                  <a:lnTo>
                    <a:pt x="567715" y="2002193"/>
                  </a:lnTo>
                  <a:lnTo>
                    <a:pt x="552259" y="2043290"/>
                  </a:lnTo>
                  <a:lnTo>
                    <a:pt x="539305" y="2088095"/>
                  </a:lnTo>
                  <a:lnTo>
                    <a:pt x="532879" y="2137270"/>
                  </a:lnTo>
                  <a:lnTo>
                    <a:pt x="535508" y="2187664"/>
                  </a:lnTo>
                  <a:lnTo>
                    <a:pt x="543687" y="2238743"/>
                  </a:lnTo>
                  <a:lnTo>
                    <a:pt x="553910" y="2290000"/>
                  </a:lnTo>
                  <a:lnTo>
                    <a:pt x="562673" y="2340876"/>
                  </a:lnTo>
                  <a:lnTo>
                    <a:pt x="566508" y="2390864"/>
                  </a:lnTo>
                  <a:lnTo>
                    <a:pt x="561886" y="2439403"/>
                  </a:lnTo>
                  <a:lnTo>
                    <a:pt x="549414" y="2481326"/>
                  </a:lnTo>
                  <a:lnTo>
                    <a:pt x="530352" y="2524087"/>
                  </a:lnTo>
                  <a:lnTo>
                    <a:pt x="506285" y="2567165"/>
                  </a:lnTo>
                  <a:lnTo>
                    <a:pt x="478777" y="2609989"/>
                  </a:lnTo>
                  <a:lnTo>
                    <a:pt x="449414" y="2652001"/>
                  </a:lnTo>
                  <a:lnTo>
                    <a:pt x="391401" y="2731376"/>
                  </a:lnTo>
                  <a:lnTo>
                    <a:pt x="365899" y="2767634"/>
                  </a:lnTo>
                  <a:lnTo>
                    <a:pt x="339242" y="2803880"/>
                  </a:lnTo>
                  <a:lnTo>
                    <a:pt x="309435" y="2839440"/>
                  </a:lnTo>
                  <a:lnTo>
                    <a:pt x="277291" y="2874505"/>
                  </a:lnTo>
                  <a:lnTo>
                    <a:pt x="243624" y="2909278"/>
                  </a:lnTo>
                  <a:lnTo>
                    <a:pt x="174904" y="2978810"/>
                  </a:lnTo>
                  <a:lnTo>
                    <a:pt x="141478" y="3013964"/>
                  </a:lnTo>
                  <a:lnTo>
                    <a:pt x="109740" y="3049663"/>
                  </a:lnTo>
                  <a:lnTo>
                    <a:pt x="80505" y="3086112"/>
                  </a:lnTo>
                  <a:lnTo>
                    <a:pt x="54571" y="3123514"/>
                  </a:lnTo>
                  <a:lnTo>
                    <a:pt x="32753" y="3162071"/>
                  </a:lnTo>
                  <a:lnTo>
                    <a:pt x="15836" y="3202000"/>
                  </a:lnTo>
                  <a:lnTo>
                    <a:pt x="4660" y="3243491"/>
                  </a:lnTo>
                  <a:lnTo>
                    <a:pt x="0" y="3286772"/>
                  </a:lnTo>
                  <a:lnTo>
                    <a:pt x="5613" y="3322028"/>
                  </a:lnTo>
                  <a:lnTo>
                    <a:pt x="20015" y="3382340"/>
                  </a:lnTo>
                  <a:lnTo>
                    <a:pt x="38354" y="3447110"/>
                  </a:lnTo>
                  <a:lnTo>
                    <a:pt x="55765" y="3495738"/>
                  </a:lnTo>
                  <a:lnTo>
                    <a:pt x="74891" y="3533889"/>
                  </a:lnTo>
                  <a:lnTo>
                    <a:pt x="99174" y="3573526"/>
                  </a:lnTo>
                  <a:lnTo>
                    <a:pt x="128397" y="3611130"/>
                  </a:lnTo>
                  <a:lnTo>
                    <a:pt x="162318" y="3643236"/>
                  </a:lnTo>
                  <a:lnTo>
                    <a:pt x="200698" y="3666325"/>
                  </a:lnTo>
                  <a:lnTo>
                    <a:pt x="243306" y="3676904"/>
                  </a:lnTo>
                  <a:lnTo>
                    <a:pt x="273837" y="3677437"/>
                  </a:lnTo>
                  <a:lnTo>
                    <a:pt x="318935" y="3676192"/>
                  </a:lnTo>
                  <a:lnTo>
                    <a:pt x="374700" y="3673525"/>
                  </a:lnTo>
                  <a:lnTo>
                    <a:pt x="437248" y="3669792"/>
                  </a:lnTo>
                  <a:lnTo>
                    <a:pt x="502666" y="3665334"/>
                  </a:lnTo>
                  <a:lnTo>
                    <a:pt x="567080" y="3660533"/>
                  </a:lnTo>
                  <a:lnTo>
                    <a:pt x="626579" y="3655733"/>
                  </a:lnTo>
                  <a:lnTo>
                    <a:pt x="677278" y="3651288"/>
                  </a:lnTo>
                  <a:lnTo>
                    <a:pt x="715276" y="3647567"/>
                  </a:lnTo>
                  <a:lnTo>
                    <a:pt x="770115" y="3616134"/>
                  </a:lnTo>
                  <a:lnTo>
                    <a:pt x="801382" y="3587178"/>
                  </a:lnTo>
                  <a:lnTo>
                    <a:pt x="834948" y="3552063"/>
                  </a:lnTo>
                  <a:lnTo>
                    <a:pt x="908151" y="3471367"/>
                  </a:lnTo>
                  <a:lnTo>
                    <a:pt x="947394" y="3429774"/>
                  </a:lnTo>
                  <a:lnTo>
                    <a:pt x="988123" y="3390049"/>
                  </a:lnTo>
                  <a:lnTo>
                    <a:pt x="1030135" y="3354171"/>
                  </a:lnTo>
                  <a:lnTo>
                    <a:pt x="1073238" y="3324136"/>
                  </a:lnTo>
                  <a:lnTo>
                    <a:pt x="1117206" y="3301962"/>
                  </a:lnTo>
                  <a:lnTo>
                    <a:pt x="1160576" y="3286404"/>
                  </a:lnTo>
                  <a:lnTo>
                    <a:pt x="1204925" y="3273463"/>
                  </a:lnTo>
                  <a:lnTo>
                    <a:pt x="1250137" y="3262769"/>
                  </a:lnTo>
                  <a:lnTo>
                    <a:pt x="1296098" y="3253968"/>
                  </a:lnTo>
                  <a:lnTo>
                    <a:pt x="1342669" y="3246729"/>
                  </a:lnTo>
                  <a:lnTo>
                    <a:pt x="1389722" y="3240671"/>
                  </a:lnTo>
                  <a:lnTo>
                    <a:pt x="1437157" y="3235452"/>
                  </a:lnTo>
                  <a:lnTo>
                    <a:pt x="1580451" y="3221317"/>
                  </a:lnTo>
                  <a:lnTo>
                    <a:pt x="1628140" y="3215932"/>
                  </a:lnTo>
                  <a:lnTo>
                    <a:pt x="1675574" y="3209607"/>
                  </a:lnTo>
                  <a:lnTo>
                    <a:pt x="1722640" y="3202000"/>
                  </a:lnTo>
                  <a:lnTo>
                    <a:pt x="1769224" y="3192754"/>
                  </a:lnTo>
                  <a:lnTo>
                    <a:pt x="1815185" y="3181527"/>
                  </a:lnTo>
                  <a:lnTo>
                    <a:pt x="1860410" y="3167951"/>
                  </a:lnTo>
                  <a:lnTo>
                    <a:pt x="1904784" y="3151682"/>
                  </a:lnTo>
                  <a:lnTo>
                    <a:pt x="1948167" y="3132353"/>
                  </a:lnTo>
                  <a:lnTo>
                    <a:pt x="1990445" y="3109633"/>
                  </a:lnTo>
                  <a:lnTo>
                    <a:pt x="2048941" y="3067266"/>
                  </a:lnTo>
                  <a:lnTo>
                    <a:pt x="2095398" y="3017278"/>
                  </a:lnTo>
                  <a:lnTo>
                    <a:pt x="2130387" y="2960979"/>
                  </a:lnTo>
                  <a:lnTo>
                    <a:pt x="2154504" y="2899638"/>
                  </a:lnTo>
                  <a:lnTo>
                    <a:pt x="2168334" y="2834551"/>
                  </a:lnTo>
                  <a:lnTo>
                    <a:pt x="2171573" y="2801010"/>
                  </a:lnTo>
                  <a:lnTo>
                    <a:pt x="2172462" y="2767012"/>
                  </a:lnTo>
                  <a:close/>
                </a:path>
                <a:path w="4151630" h="3677920">
                  <a:moveTo>
                    <a:pt x="3891381" y="390664"/>
                  </a:moveTo>
                  <a:lnTo>
                    <a:pt x="3871353" y="295097"/>
                  </a:lnTo>
                  <a:lnTo>
                    <a:pt x="3853015" y="230327"/>
                  </a:lnTo>
                  <a:lnTo>
                    <a:pt x="3835603" y="181698"/>
                  </a:lnTo>
                  <a:lnTo>
                    <a:pt x="3816489" y="143548"/>
                  </a:lnTo>
                  <a:lnTo>
                    <a:pt x="3792194" y="103911"/>
                  </a:lnTo>
                  <a:lnTo>
                    <a:pt x="3762972" y="66306"/>
                  </a:lnTo>
                  <a:lnTo>
                    <a:pt x="3729063" y="34201"/>
                  </a:lnTo>
                  <a:lnTo>
                    <a:pt x="3690670" y="11112"/>
                  </a:lnTo>
                  <a:lnTo>
                    <a:pt x="3648062" y="533"/>
                  </a:lnTo>
                  <a:lnTo>
                    <a:pt x="3617531" y="0"/>
                  </a:lnTo>
                  <a:lnTo>
                    <a:pt x="3572433" y="1244"/>
                  </a:lnTo>
                  <a:lnTo>
                    <a:pt x="3516668" y="3911"/>
                  </a:lnTo>
                  <a:lnTo>
                    <a:pt x="3454133" y="7645"/>
                  </a:lnTo>
                  <a:lnTo>
                    <a:pt x="3388703" y="12103"/>
                  </a:lnTo>
                  <a:lnTo>
                    <a:pt x="3324288" y="16903"/>
                  </a:lnTo>
                  <a:lnTo>
                    <a:pt x="3264789" y="21704"/>
                  </a:lnTo>
                  <a:lnTo>
                    <a:pt x="3214090" y="26149"/>
                  </a:lnTo>
                  <a:lnTo>
                    <a:pt x="3176092" y="29870"/>
                  </a:lnTo>
                  <a:lnTo>
                    <a:pt x="3121253" y="61302"/>
                  </a:lnTo>
                  <a:lnTo>
                    <a:pt x="3089986" y="90258"/>
                  </a:lnTo>
                  <a:lnTo>
                    <a:pt x="3056420" y="125374"/>
                  </a:lnTo>
                  <a:lnTo>
                    <a:pt x="2983217" y="206070"/>
                  </a:lnTo>
                  <a:lnTo>
                    <a:pt x="2943974" y="247662"/>
                  </a:lnTo>
                  <a:lnTo>
                    <a:pt x="2903245" y="287388"/>
                  </a:lnTo>
                  <a:lnTo>
                    <a:pt x="2861233" y="323278"/>
                  </a:lnTo>
                  <a:lnTo>
                    <a:pt x="2818142" y="353301"/>
                  </a:lnTo>
                  <a:lnTo>
                    <a:pt x="2774162" y="375475"/>
                  </a:lnTo>
                  <a:lnTo>
                    <a:pt x="2730792" y="391033"/>
                  </a:lnTo>
                  <a:lnTo>
                    <a:pt x="2686443" y="403974"/>
                  </a:lnTo>
                  <a:lnTo>
                    <a:pt x="2641231" y="414667"/>
                  </a:lnTo>
                  <a:lnTo>
                    <a:pt x="2595270" y="423468"/>
                  </a:lnTo>
                  <a:lnTo>
                    <a:pt x="2548712" y="430707"/>
                  </a:lnTo>
                  <a:lnTo>
                    <a:pt x="2501646" y="436765"/>
                  </a:lnTo>
                  <a:lnTo>
                    <a:pt x="2454211" y="441985"/>
                  </a:lnTo>
                  <a:lnTo>
                    <a:pt x="2310917" y="456120"/>
                  </a:lnTo>
                  <a:lnTo>
                    <a:pt x="2263229" y="461518"/>
                  </a:lnTo>
                  <a:lnTo>
                    <a:pt x="2215794" y="467829"/>
                  </a:lnTo>
                  <a:lnTo>
                    <a:pt x="2168728" y="475437"/>
                  </a:lnTo>
                  <a:lnTo>
                    <a:pt x="2122144" y="484682"/>
                  </a:lnTo>
                  <a:lnTo>
                    <a:pt x="2076183" y="495909"/>
                  </a:lnTo>
                  <a:lnTo>
                    <a:pt x="2030958" y="509485"/>
                  </a:lnTo>
                  <a:lnTo>
                    <a:pt x="1986584" y="525754"/>
                  </a:lnTo>
                  <a:lnTo>
                    <a:pt x="1943201" y="545084"/>
                  </a:lnTo>
                  <a:lnTo>
                    <a:pt x="1900923" y="567804"/>
                  </a:lnTo>
                  <a:lnTo>
                    <a:pt x="1842414" y="610171"/>
                  </a:lnTo>
                  <a:lnTo>
                    <a:pt x="1795970" y="660158"/>
                  </a:lnTo>
                  <a:lnTo>
                    <a:pt x="1760969" y="716457"/>
                  </a:lnTo>
                  <a:lnTo>
                    <a:pt x="1736864" y="777798"/>
                  </a:lnTo>
                  <a:lnTo>
                    <a:pt x="1723034" y="842886"/>
                  </a:lnTo>
                  <a:lnTo>
                    <a:pt x="1718894" y="910437"/>
                  </a:lnTo>
                  <a:lnTo>
                    <a:pt x="1720278" y="944727"/>
                  </a:lnTo>
                  <a:lnTo>
                    <a:pt x="1729587" y="1013548"/>
                  </a:lnTo>
                  <a:lnTo>
                    <a:pt x="1747113" y="1081620"/>
                  </a:lnTo>
                  <a:lnTo>
                    <a:pt x="1772272" y="1147635"/>
                  </a:lnTo>
                  <a:lnTo>
                    <a:pt x="1804479" y="1210322"/>
                  </a:lnTo>
                  <a:lnTo>
                    <a:pt x="1843138" y="1268399"/>
                  </a:lnTo>
                  <a:lnTo>
                    <a:pt x="1887651" y="1320558"/>
                  </a:lnTo>
                  <a:lnTo>
                    <a:pt x="1937448" y="1365529"/>
                  </a:lnTo>
                  <a:lnTo>
                    <a:pt x="1991918" y="1402003"/>
                  </a:lnTo>
                  <a:lnTo>
                    <a:pt x="2050491" y="1428724"/>
                  </a:lnTo>
                  <a:lnTo>
                    <a:pt x="2112568" y="1444383"/>
                  </a:lnTo>
                  <a:lnTo>
                    <a:pt x="2177554" y="1447698"/>
                  </a:lnTo>
                  <a:lnTo>
                    <a:pt x="2210955" y="1444320"/>
                  </a:lnTo>
                  <a:lnTo>
                    <a:pt x="2279218" y="1426705"/>
                  </a:lnTo>
                  <a:lnTo>
                    <a:pt x="2348915" y="1393520"/>
                  </a:lnTo>
                  <a:lnTo>
                    <a:pt x="2384120" y="1370698"/>
                  </a:lnTo>
                  <a:lnTo>
                    <a:pt x="2388552" y="1408861"/>
                  </a:lnTo>
                  <a:lnTo>
                    <a:pt x="2395931" y="1446263"/>
                  </a:lnTo>
                  <a:lnTo>
                    <a:pt x="2418931" y="1518424"/>
                  </a:lnTo>
                  <a:lnTo>
                    <a:pt x="2451938" y="1586522"/>
                  </a:lnTo>
                  <a:lnTo>
                    <a:pt x="2493721" y="1649895"/>
                  </a:lnTo>
                  <a:lnTo>
                    <a:pt x="2543073" y="1707896"/>
                  </a:lnTo>
                  <a:lnTo>
                    <a:pt x="2570213" y="1734667"/>
                  </a:lnTo>
                  <a:lnTo>
                    <a:pt x="2628658" y="1783384"/>
                  </a:lnTo>
                  <a:lnTo>
                    <a:pt x="2691650" y="1825078"/>
                  </a:lnTo>
                  <a:lnTo>
                    <a:pt x="2757995" y="1859114"/>
                  </a:lnTo>
                  <a:lnTo>
                    <a:pt x="2826461" y="1884832"/>
                  </a:lnTo>
                  <a:lnTo>
                    <a:pt x="2895854" y="1901571"/>
                  </a:lnTo>
                  <a:lnTo>
                    <a:pt x="2964967" y="1908695"/>
                  </a:lnTo>
                  <a:lnTo>
                    <a:pt x="2999028" y="1908441"/>
                  </a:lnTo>
                  <a:lnTo>
                    <a:pt x="3065437" y="1899907"/>
                  </a:lnTo>
                  <a:lnTo>
                    <a:pt x="3128543" y="1880108"/>
                  </a:lnTo>
                  <a:lnTo>
                    <a:pt x="3187128" y="1848396"/>
                  </a:lnTo>
                  <a:lnTo>
                    <a:pt x="3239973" y="1804111"/>
                  </a:lnTo>
                  <a:lnTo>
                    <a:pt x="3285896" y="1746618"/>
                  </a:lnTo>
                  <a:lnTo>
                    <a:pt x="3305873" y="1712709"/>
                  </a:lnTo>
                  <a:lnTo>
                    <a:pt x="3323666" y="1675244"/>
                  </a:lnTo>
                  <a:lnTo>
                    <a:pt x="3339122" y="1634147"/>
                  </a:lnTo>
                  <a:lnTo>
                    <a:pt x="3352088" y="1589341"/>
                  </a:lnTo>
                  <a:lnTo>
                    <a:pt x="3358502" y="1540167"/>
                  </a:lnTo>
                  <a:lnTo>
                    <a:pt x="3355873" y="1489773"/>
                  </a:lnTo>
                  <a:lnTo>
                    <a:pt x="3347694" y="1438694"/>
                  </a:lnTo>
                  <a:lnTo>
                    <a:pt x="3337471" y="1387436"/>
                  </a:lnTo>
                  <a:lnTo>
                    <a:pt x="3328695" y="1336560"/>
                  </a:lnTo>
                  <a:lnTo>
                    <a:pt x="3324860" y="1286573"/>
                  </a:lnTo>
                  <a:lnTo>
                    <a:pt x="3329482" y="1238034"/>
                  </a:lnTo>
                  <a:lnTo>
                    <a:pt x="3341967" y="1196111"/>
                  </a:lnTo>
                  <a:lnTo>
                    <a:pt x="3361029" y="1153337"/>
                  </a:lnTo>
                  <a:lnTo>
                    <a:pt x="3385096" y="1110272"/>
                  </a:lnTo>
                  <a:lnTo>
                    <a:pt x="3412604" y="1067447"/>
                  </a:lnTo>
                  <a:lnTo>
                    <a:pt x="3441966" y="1025423"/>
                  </a:lnTo>
                  <a:lnTo>
                    <a:pt x="3499967" y="946061"/>
                  </a:lnTo>
                  <a:lnTo>
                    <a:pt x="3525469" y="909802"/>
                  </a:lnTo>
                  <a:lnTo>
                    <a:pt x="3552126" y="873556"/>
                  </a:lnTo>
                  <a:lnTo>
                    <a:pt x="3581933" y="837996"/>
                  </a:lnTo>
                  <a:lnTo>
                    <a:pt x="3614077" y="802932"/>
                  </a:lnTo>
                  <a:lnTo>
                    <a:pt x="3647757" y="768159"/>
                  </a:lnTo>
                  <a:lnTo>
                    <a:pt x="3716464" y="698639"/>
                  </a:lnTo>
                  <a:lnTo>
                    <a:pt x="3749891" y="663473"/>
                  </a:lnTo>
                  <a:lnTo>
                    <a:pt x="3781628" y="627773"/>
                  </a:lnTo>
                  <a:lnTo>
                    <a:pt x="3810863" y="591324"/>
                  </a:lnTo>
                  <a:lnTo>
                    <a:pt x="3836797" y="553923"/>
                  </a:lnTo>
                  <a:lnTo>
                    <a:pt x="3858615" y="515366"/>
                  </a:lnTo>
                  <a:lnTo>
                    <a:pt x="3875532" y="475437"/>
                  </a:lnTo>
                  <a:lnTo>
                    <a:pt x="3886720" y="433946"/>
                  </a:lnTo>
                  <a:lnTo>
                    <a:pt x="3891381" y="390664"/>
                  </a:lnTo>
                  <a:close/>
                </a:path>
                <a:path w="4151630" h="3677920">
                  <a:moveTo>
                    <a:pt x="4151020" y="2873603"/>
                  </a:moveTo>
                  <a:lnTo>
                    <a:pt x="4142613" y="2825800"/>
                  </a:lnTo>
                  <a:lnTo>
                    <a:pt x="4121658" y="2791650"/>
                  </a:lnTo>
                  <a:lnTo>
                    <a:pt x="4084294" y="2783700"/>
                  </a:lnTo>
                  <a:lnTo>
                    <a:pt x="3762540" y="2843771"/>
                  </a:lnTo>
                  <a:lnTo>
                    <a:pt x="3576561" y="2879648"/>
                  </a:lnTo>
                  <a:lnTo>
                    <a:pt x="3452596" y="2904540"/>
                  </a:lnTo>
                  <a:lnTo>
                    <a:pt x="3393363" y="2916847"/>
                  </a:lnTo>
                  <a:lnTo>
                    <a:pt x="3337191" y="2928874"/>
                  </a:lnTo>
                  <a:lnTo>
                    <a:pt x="3284994" y="2940494"/>
                  </a:lnTo>
                  <a:lnTo>
                    <a:pt x="3237674" y="2951530"/>
                  </a:lnTo>
                  <a:lnTo>
                    <a:pt x="3196158" y="2961881"/>
                  </a:lnTo>
                  <a:lnTo>
                    <a:pt x="3130639" y="2992780"/>
                  </a:lnTo>
                  <a:lnTo>
                    <a:pt x="3115792" y="3028518"/>
                  </a:lnTo>
                  <a:lnTo>
                    <a:pt x="3114027" y="3070250"/>
                  </a:lnTo>
                  <a:lnTo>
                    <a:pt x="3122536" y="3109658"/>
                  </a:lnTo>
                  <a:lnTo>
                    <a:pt x="3138538" y="3138411"/>
                  </a:lnTo>
                  <a:lnTo>
                    <a:pt x="3159226" y="3148177"/>
                  </a:lnTo>
                  <a:lnTo>
                    <a:pt x="3187890" y="3144494"/>
                  </a:lnTo>
                  <a:lnTo>
                    <a:pt x="3270669" y="3131845"/>
                  </a:lnTo>
                  <a:lnTo>
                    <a:pt x="3379927" y="3113519"/>
                  </a:lnTo>
                  <a:lnTo>
                    <a:pt x="3506787" y="3091154"/>
                  </a:lnTo>
                  <a:lnTo>
                    <a:pt x="3642334" y="3066377"/>
                  </a:lnTo>
                  <a:lnTo>
                    <a:pt x="3777678" y="3040811"/>
                  </a:lnTo>
                  <a:lnTo>
                    <a:pt x="3903903" y="3016110"/>
                  </a:lnTo>
                  <a:lnTo>
                    <a:pt x="4012133" y="2993898"/>
                  </a:lnTo>
                  <a:lnTo>
                    <a:pt x="4056710" y="2984246"/>
                  </a:lnTo>
                  <a:lnTo>
                    <a:pt x="4121226" y="2968828"/>
                  </a:lnTo>
                  <a:lnTo>
                    <a:pt x="4150703" y="2922524"/>
                  </a:lnTo>
                  <a:lnTo>
                    <a:pt x="4151020" y="2873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635933" y="3874387"/>
              <a:ext cx="6652067" cy="636245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1266584"/>
            <a:ext cx="180975" cy="1809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1866659"/>
            <a:ext cx="180975" cy="1809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3066809"/>
            <a:ext cx="180975" cy="1809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930" y="4266958"/>
            <a:ext cx="180975" cy="1809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5467108"/>
            <a:ext cx="180975" cy="1809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930" y="6667258"/>
            <a:ext cx="180975" cy="1809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4930" y="7867408"/>
            <a:ext cx="180975" cy="1809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65030" y="399777"/>
            <a:ext cx="10634345" cy="90519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897890" marR="3743960" indent="-885825">
              <a:lnSpc>
                <a:spcPts val="4730"/>
              </a:lnSpc>
              <a:spcBef>
                <a:spcPts val="415"/>
              </a:spcBef>
            </a:pPr>
            <a:r>
              <a:rPr sz="4100" spc="145" dirty="0">
                <a:latin typeface="Calibri" panose="020F0502020204030204"/>
                <a:cs typeface="Calibri" panose="020F0502020204030204"/>
              </a:rPr>
              <a:t>Proposed</a:t>
            </a:r>
            <a:r>
              <a:rPr sz="41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0" dirty="0">
                <a:latin typeface="Calibri" panose="020F0502020204030204"/>
                <a:cs typeface="Calibri" panose="020F0502020204030204"/>
              </a:rPr>
              <a:t>Functionalities </a:t>
            </a:r>
            <a:r>
              <a:rPr sz="4100" spc="245" dirty="0">
                <a:latin typeface="Calibri" panose="020F0502020204030204"/>
                <a:cs typeface="Calibri" panose="020F0502020204030204"/>
              </a:rPr>
              <a:t>Functionality</a:t>
            </a:r>
            <a:r>
              <a:rPr sz="41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Description</a:t>
            </a:r>
            <a:endParaRPr sz="4100">
              <a:latin typeface="Calibri" panose="020F0502020204030204"/>
              <a:cs typeface="Calibri" panose="020F0502020204030204"/>
            </a:endParaRPr>
          </a:p>
          <a:p>
            <a:pPr marL="897890">
              <a:lnSpc>
                <a:spcPts val="4495"/>
              </a:lnSpc>
            </a:pPr>
            <a:r>
              <a:rPr sz="4100" spc="17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0" dirty="0">
                <a:latin typeface="Calibri" panose="020F0502020204030204"/>
                <a:cs typeface="Calibri" panose="020F0502020204030204"/>
              </a:rPr>
              <a:t>for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5" dirty="0">
                <a:latin typeface="Calibri" panose="020F0502020204030204"/>
                <a:cs typeface="Calibri" panose="020F0502020204030204"/>
              </a:rPr>
              <a:t>records</a:t>
            </a:r>
            <a:endParaRPr sz="4100">
              <a:latin typeface="Calibri" panose="020F0502020204030204"/>
              <a:cs typeface="Calibri" panose="020F0502020204030204"/>
            </a:endParaRPr>
          </a:p>
          <a:p>
            <a:pPr marL="897890" marR="363220">
              <a:lnSpc>
                <a:spcPts val="4730"/>
              </a:lnSpc>
              <a:spcBef>
                <a:spcPts val="220"/>
              </a:spcBef>
            </a:pPr>
            <a:r>
              <a:rPr sz="4100" spc="254" dirty="0">
                <a:latin typeface="Calibri" panose="020F0502020204030204"/>
                <a:cs typeface="Calibri" panose="020F0502020204030204"/>
              </a:rPr>
              <a:t>using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10" dirty="0">
                <a:latin typeface="Calibri" panose="020F0502020204030204"/>
                <a:cs typeface="Calibri" panose="020F0502020204030204"/>
              </a:rPr>
              <a:t>ID,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name,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5" dirty="0">
                <a:latin typeface="Calibri" panose="020F0502020204030204"/>
                <a:cs typeface="Calibri" panose="020F0502020204030204"/>
              </a:rPr>
              <a:t>or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other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details. </a:t>
            </a:r>
            <a:r>
              <a:rPr sz="4100" spc="225" dirty="0">
                <a:latin typeface="Calibri" panose="020F0502020204030204"/>
                <a:cs typeface="Calibri" panose="020F0502020204030204"/>
              </a:rPr>
              <a:t>Diagnosis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60" dirty="0">
                <a:latin typeface="Calibri" panose="020F0502020204030204"/>
                <a:cs typeface="Calibri" panose="020F0502020204030204"/>
              </a:rPr>
              <a:t>Find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diagnoses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7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5" dirty="0">
                <a:latin typeface="Calibri" panose="020F0502020204030204"/>
                <a:cs typeface="Calibri" panose="020F0502020204030204"/>
              </a:rPr>
              <a:t>information.</a:t>
            </a:r>
            <a:endParaRPr sz="4100">
              <a:latin typeface="Calibri" panose="020F0502020204030204"/>
              <a:cs typeface="Calibri" panose="020F0502020204030204"/>
            </a:endParaRPr>
          </a:p>
          <a:p>
            <a:pPr marL="897890">
              <a:lnSpc>
                <a:spcPts val="4490"/>
              </a:lnSpc>
            </a:pPr>
            <a:r>
              <a:rPr sz="4100" spc="225" dirty="0">
                <a:latin typeface="Calibri" panose="020F0502020204030204"/>
                <a:cs typeface="Calibri" panose="020F0502020204030204"/>
              </a:rPr>
              <a:t>Prescription</a:t>
            </a:r>
            <a:r>
              <a:rPr sz="41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View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prescribed</a:t>
            </a:r>
            <a:endParaRPr sz="4100">
              <a:latin typeface="Calibri" panose="020F0502020204030204"/>
              <a:cs typeface="Calibri" panose="020F0502020204030204"/>
            </a:endParaRPr>
          </a:p>
          <a:p>
            <a:pPr marL="897890" marR="490220">
              <a:lnSpc>
                <a:spcPts val="4730"/>
              </a:lnSpc>
              <a:spcBef>
                <a:spcPts val="215"/>
              </a:spcBef>
            </a:pPr>
            <a:r>
              <a:rPr sz="4100" spc="170" dirty="0">
                <a:latin typeface="Calibri" panose="020F0502020204030204"/>
                <a:cs typeface="Calibri" panose="020F0502020204030204"/>
              </a:rPr>
              <a:t>medicines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60" dirty="0">
                <a:latin typeface="Calibri" panose="020F0502020204030204"/>
                <a:cs typeface="Calibri" panose="020F0502020204030204"/>
              </a:rPr>
              <a:t>treatment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details. </a:t>
            </a:r>
            <a:r>
              <a:rPr sz="4100" spc="265" dirty="0">
                <a:latin typeface="Calibri" panose="020F0502020204030204"/>
                <a:cs typeface="Calibri" panose="020F0502020204030204"/>
              </a:rPr>
              <a:t>Laboratory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Reports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retrieve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5" dirty="0">
                <a:latin typeface="Calibri" panose="020F0502020204030204"/>
                <a:cs typeface="Calibri" panose="020F0502020204030204"/>
              </a:rPr>
              <a:t>laboratory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10" dirty="0">
                <a:latin typeface="Calibri" panose="020F0502020204030204"/>
                <a:cs typeface="Calibri" panose="020F0502020204030204"/>
              </a:rPr>
              <a:t>test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reports.</a:t>
            </a:r>
            <a:endParaRPr sz="4100">
              <a:latin typeface="Calibri" panose="020F0502020204030204"/>
              <a:cs typeface="Calibri" panose="020F0502020204030204"/>
            </a:endParaRPr>
          </a:p>
          <a:p>
            <a:pPr marL="897890">
              <a:lnSpc>
                <a:spcPts val="4490"/>
              </a:lnSpc>
            </a:pPr>
            <a:r>
              <a:rPr sz="4100" spc="145" dirty="0">
                <a:latin typeface="Calibri" panose="020F0502020204030204"/>
                <a:cs typeface="Calibri" panose="020F0502020204030204"/>
              </a:rPr>
              <a:t>Appointment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View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patient</a:t>
            </a:r>
            <a:endParaRPr sz="4100">
              <a:latin typeface="Calibri" panose="020F0502020204030204"/>
              <a:cs typeface="Calibri" panose="020F0502020204030204"/>
            </a:endParaRPr>
          </a:p>
          <a:p>
            <a:pPr marL="897890" marR="779145">
              <a:lnSpc>
                <a:spcPts val="4720"/>
              </a:lnSpc>
              <a:spcBef>
                <a:spcPts val="220"/>
              </a:spcBef>
            </a:pPr>
            <a:r>
              <a:rPr sz="4100" spc="150" dirty="0">
                <a:latin typeface="Calibri" panose="020F0502020204030204"/>
                <a:cs typeface="Calibri" panose="020F0502020204030204"/>
              </a:rPr>
              <a:t>appointment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0" dirty="0">
                <a:latin typeface="Calibri" panose="020F0502020204030204"/>
                <a:cs typeface="Calibri" panose="020F0502020204030204"/>
              </a:rPr>
              <a:t>dates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7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details. </a:t>
            </a:r>
            <a:r>
              <a:rPr sz="41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60" dirty="0">
                <a:latin typeface="Calibri" panose="020F0502020204030204"/>
                <a:cs typeface="Calibri" panose="020F0502020204030204"/>
              </a:rPr>
              <a:t>History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75" dirty="0">
                <a:latin typeface="Calibri" panose="020F0502020204030204"/>
                <a:cs typeface="Calibri" panose="020F0502020204030204"/>
              </a:rPr>
              <a:t>Retrieve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300" dirty="0">
                <a:latin typeface="Calibri" panose="020F0502020204030204"/>
                <a:cs typeface="Calibri" panose="020F0502020204030204"/>
              </a:rPr>
              <a:t>a </a:t>
            </a:r>
            <a:r>
              <a:rPr sz="4100" spc="140" dirty="0">
                <a:latin typeface="Calibri" panose="020F0502020204030204"/>
                <a:cs typeface="Calibri" panose="020F0502020204030204"/>
              </a:rPr>
              <a:t>patient's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0" dirty="0">
                <a:latin typeface="Calibri" panose="020F0502020204030204"/>
                <a:cs typeface="Calibri" panose="020F0502020204030204"/>
              </a:rPr>
              <a:t>previous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history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quickly.</a:t>
            </a:r>
            <a:endParaRPr sz="4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813442" y="421515"/>
            <a:ext cx="6186953" cy="85623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6" y="2414575"/>
            <a:ext cx="247649" cy="247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16" y="3824275"/>
            <a:ext cx="247649" cy="247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16" y="4529125"/>
            <a:ext cx="247649" cy="2476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16" y="5233975"/>
            <a:ext cx="247649" cy="247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1116" y="5938825"/>
            <a:ext cx="247649" cy="2476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16" y="6643675"/>
            <a:ext cx="247649" cy="2476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5796" y="2476798"/>
            <a:ext cx="9154160" cy="493649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5500" spc="285" dirty="0">
                <a:latin typeface="Calibri" panose="020F0502020204030204"/>
                <a:cs typeface="Calibri" panose="020F0502020204030204"/>
              </a:rPr>
              <a:t>Software</a:t>
            </a:r>
            <a:r>
              <a:rPr sz="55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200" dirty="0">
                <a:latin typeface="Calibri" panose="020F0502020204030204"/>
                <a:cs typeface="Calibri" panose="020F0502020204030204"/>
              </a:rPr>
              <a:t>Technologies</a:t>
            </a:r>
            <a:endParaRPr sz="5500">
              <a:latin typeface="Calibri" panose="020F0502020204030204"/>
              <a:cs typeface="Calibri" panose="020F0502020204030204"/>
            </a:endParaRPr>
          </a:p>
          <a:p>
            <a:pPr marL="1200150" marR="161290">
              <a:lnSpc>
                <a:spcPts val="5550"/>
              </a:lnSpc>
              <a:spcBef>
                <a:spcPts val="2560"/>
              </a:spcBef>
            </a:pPr>
            <a:r>
              <a:rPr sz="5500" spc="375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55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280" dirty="0">
                <a:latin typeface="Calibri" panose="020F0502020204030204"/>
                <a:cs typeface="Calibri" panose="020F0502020204030204"/>
              </a:rPr>
              <a:t>Language: </a:t>
            </a:r>
            <a:r>
              <a:rPr sz="5500" spc="509" dirty="0">
                <a:latin typeface="Calibri" panose="020F0502020204030204"/>
                <a:cs typeface="Calibri" panose="020F0502020204030204"/>
              </a:rPr>
              <a:t>Java</a:t>
            </a:r>
            <a:endParaRPr sz="5500">
              <a:latin typeface="Calibri" panose="020F0502020204030204"/>
              <a:cs typeface="Calibri" panose="020F0502020204030204"/>
            </a:endParaRPr>
          </a:p>
          <a:p>
            <a:pPr marL="1200150" marR="5080">
              <a:lnSpc>
                <a:spcPts val="5550"/>
              </a:lnSpc>
            </a:pPr>
            <a:r>
              <a:rPr sz="5500" spc="150" dirty="0">
                <a:latin typeface="Calibri" panose="020F0502020204030204"/>
                <a:cs typeface="Calibri" panose="020F0502020204030204"/>
              </a:rPr>
              <a:t>IDE:</a:t>
            </a:r>
            <a:r>
              <a:rPr sz="5500" spc="-145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315" dirty="0">
                <a:latin typeface="Calibri" panose="020F0502020204030204"/>
                <a:cs typeface="Calibri" panose="020F0502020204030204"/>
              </a:rPr>
              <a:t>IntelliJ</a:t>
            </a:r>
            <a:r>
              <a:rPr sz="5500" spc="-140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320" dirty="0">
                <a:latin typeface="Calibri" panose="020F0502020204030204"/>
                <a:cs typeface="Calibri" panose="020F0502020204030204"/>
              </a:rPr>
              <a:t>IDEA</a:t>
            </a:r>
            <a:r>
              <a:rPr sz="5500" spc="-140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210" dirty="0">
                <a:latin typeface="Calibri" panose="020F0502020204030204"/>
                <a:cs typeface="Calibri" panose="020F0502020204030204"/>
              </a:rPr>
              <a:t>/</a:t>
            </a:r>
            <a:r>
              <a:rPr sz="5500" spc="-140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235" dirty="0">
                <a:latin typeface="Calibri" panose="020F0502020204030204"/>
                <a:cs typeface="Calibri" panose="020F0502020204030204"/>
              </a:rPr>
              <a:t>Eclipse </a:t>
            </a:r>
            <a:r>
              <a:rPr sz="5500" spc="280" dirty="0">
                <a:latin typeface="Calibri" panose="020F0502020204030204"/>
                <a:cs typeface="Calibri" panose="020F0502020204030204"/>
              </a:rPr>
              <a:t>Version</a:t>
            </a:r>
            <a:r>
              <a:rPr sz="5500" spc="-130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165" dirty="0">
                <a:latin typeface="Calibri" panose="020F0502020204030204"/>
                <a:cs typeface="Calibri" panose="020F0502020204030204"/>
              </a:rPr>
              <a:t>Control:</a:t>
            </a:r>
            <a:r>
              <a:rPr sz="55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200" dirty="0">
                <a:latin typeface="Calibri" panose="020F0502020204030204"/>
                <a:cs typeface="Calibri" panose="020F0502020204030204"/>
              </a:rPr>
              <a:t>Git</a:t>
            </a:r>
            <a:r>
              <a:rPr sz="55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5500" spc="100" dirty="0">
                <a:latin typeface="Calibri" panose="020F0502020204030204"/>
                <a:cs typeface="Calibri" panose="020F0502020204030204"/>
              </a:rPr>
              <a:t>&amp; </a:t>
            </a:r>
            <a:r>
              <a:rPr sz="5500" spc="220" dirty="0">
                <a:latin typeface="Calibri" panose="020F0502020204030204"/>
                <a:cs typeface="Calibri" panose="020F0502020204030204"/>
              </a:rPr>
              <a:t>GitHub</a:t>
            </a:r>
            <a:endParaRPr sz="55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139195" cy="9266119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7266" y="4510092"/>
          <a:ext cx="9376410" cy="279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025"/>
                <a:gridCol w="4645025"/>
              </a:tblGrid>
              <a:tr h="13995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75"/>
                        </a:spcBef>
                      </a:pPr>
                      <a:r>
                        <a:rPr sz="35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35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Structures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4032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32790">
                        <a:lnSpc>
                          <a:spcPts val="4950"/>
                        </a:lnSpc>
                        <a:spcBef>
                          <a:spcPts val="240"/>
                        </a:spcBef>
                      </a:pPr>
                      <a:r>
                        <a:rPr sz="3500" dirty="0">
                          <a:latin typeface="Arial MT"/>
                          <a:cs typeface="Arial MT"/>
                        </a:rPr>
                        <a:t>Hash</a:t>
                      </a:r>
                      <a:r>
                        <a:rPr sz="35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dirty="0">
                          <a:latin typeface="Arial MT"/>
                          <a:cs typeface="Arial MT"/>
                        </a:rPr>
                        <a:t>Table,</a:t>
                      </a:r>
                      <a:r>
                        <a:rPr sz="35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Trie, </a:t>
                      </a:r>
                      <a:r>
                        <a:rPr sz="3500" dirty="0">
                          <a:latin typeface="Arial MT"/>
                          <a:cs typeface="Arial MT"/>
                        </a:rPr>
                        <a:t>Binary</a:t>
                      </a:r>
                      <a:r>
                        <a:rPr sz="35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dirty="0">
                          <a:latin typeface="Arial MT"/>
                          <a:cs typeface="Arial MT"/>
                        </a:rPr>
                        <a:t>Search</a:t>
                      </a:r>
                      <a:r>
                        <a:rPr sz="35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20" dirty="0">
                          <a:latin typeface="Arial MT"/>
                          <a:cs typeface="Arial MT"/>
                        </a:rPr>
                        <a:t>Tree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95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75"/>
                        </a:spcBef>
                      </a:pPr>
                      <a:r>
                        <a:rPr sz="3500" spc="-10" dirty="0">
                          <a:latin typeface="Arial MT"/>
                          <a:cs typeface="Arial MT"/>
                        </a:rPr>
                        <a:t>Algorithms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4032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979805">
                        <a:lnSpc>
                          <a:spcPts val="4950"/>
                        </a:lnSpc>
                        <a:spcBef>
                          <a:spcPts val="240"/>
                        </a:spcBef>
                      </a:pPr>
                      <a:r>
                        <a:rPr sz="3500" dirty="0">
                          <a:latin typeface="Arial MT"/>
                          <a:cs typeface="Arial MT"/>
                        </a:rPr>
                        <a:t>KMP,</a:t>
                      </a:r>
                      <a:r>
                        <a:rPr sz="35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20" dirty="0">
                          <a:latin typeface="Arial MT"/>
                          <a:cs typeface="Arial MT"/>
                        </a:rPr>
                        <a:t>Rabin-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Karp, </a:t>
                      </a:r>
                      <a:r>
                        <a:rPr sz="3500" spc="-25" dirty="0">
                          <a:latin typeface="Arial MT"/>
                          <a:cs typeface="Arial MT"/>
                        </a:rPr>
                        <a:t>Boyer-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Moore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19775" y="2093435"/>
            <a:ext cx="8430260" cy="1503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700" spc="575" dirty="0"/>
              <a:t>DSA</a:t>
            </a:r>
            <a:r>
              <a:rPr sz="9700" spc="-245" dirty="0"/>
              <a:t> </a:t>
            </a:r>
            <a:r>
              <a:rPr sz="9700" spc="515" dirty="0"/>
              <a:t>CONCEPTS</a:t>
            </a:r>
            <a:endParaRPr sz="9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05584" y="3041533"/>
            <a:ext cx="2899410" cy="4267835"/>
            <a:chOff x="13405584" y="3041533"/>
            <a:chExt cx="2899410" cy="4267835"/>
          </a:xfrm>
        </p:grpSpPr>
        <p:sp>
          <p:nvSpPr>
            <p:cNvPr id="3" name="object 3"/>
            <p:cNvSpPr/>
            <p:nvPr/>
          </p:nvSpPr>
          <p:spPr>
            <a:xfrm>
              <a:off x="13405573" y="3108095"/>
              <a:ext cx="2899410" cy="4201795"/>
            </a:xfrm>
            <a:custGeom>
              <a:avLst/>
              <a:gdLst/>
              <a:ahLst/>
              <a:cxnLst/>
              <a:rect l="l" t="t" r="r" b="b"/>
              <a:pathLst>
                <a:path w="2899409" h="4201795">
                  <a:moveTo>
                    <a:pt x="2899079" y="679272"/>
                  </a:moveTo>
                  <a:lnTo>
                    <a:pt x="2889694" y="641756"/>
                  </a:lnTo>
                  <a:lnTo>
                    <a:pt x="2863558" y="604456"/>
                  </a:lnTo>
                  <a:lnTo>
                    <a:pt x="2822029" y="567436"/>
                  </a:lnTo>
                  <a:lnTo>
                    <a:pt x="2766441" y="530796"/>
                  </a:lnTo>
                  <a:lnTo>
                    <a:pt x="2698178" y="494614"/>
                  </a:lnTo>
                  <a:lnTo>
                    <a:pt x="2659697" y="476719"/>
                  </a:lnTo>
                  <a:lnTo>
                    <a:pt x="2618575" y="458990"/>
                  </a:lnTo>
                  <a:lnTo>
                    <a:pt x="2574937" y="441401"/>
                  </a:lnTo>
                  <a:lnTo>
                    <a:pt x="2528989" y="423989"/>
                  </a:lnTo>
                  <a:lnTo>
                    <a:pt x="2480881" y="406768"/>
                  </a:lnTo>
                  <a:lnTo>
                    <a:pt x="2430792" y="389724"/>
                  </a:lnTo>
                  <a:lnTo>
                    <a:pt x="2378887" y="372884"/>
                  </a:lnTo>
                  <a:lnTo>
                    <a:pt x="2325332" y="356273"/>
                  </a:lnTo>
                  <a:lnTo>
                    <a:pt x="2270290" y="339877"/>
                  </a:lnTo>
                  <a:lnTo>
                    <a:pt x="2213953" y="323710"/>
                  </a:lnTo>
                  <a:lnTo>
                    <a:pt x="2156472" y="307797"/>
                  </a:lnTo>
                  <a:lnTo>
                    <a:pt x="2098027" y="292138"/>
                  </a:lnTo>
                  <a:lnTo>
                    <a:pt x="2038781" y="276758"/>
                  </a:lnTo>
                  <a:lnTo>
                    <a:pt x="1978901" y="261645"/>
                  </a:lnTo>
                  <a:lnTo>
                    <a:pt x="1918563" y="246824"/>
                  </a:lnTo>
                  <a:lnTo>
                    <a:pt x="1857946" y="232308"/>
                  </a:lnTo>
                  <a:lnTo>
                    <a:pt x="1797189" y="218097"/>
                  </a:lnTo>
                  <a:lnTo>
                    <a:pt x="1736496" y="204216"/>
                  </a:lnTo>
                  <a:lnTo>
                    <a:pt x="1615909" y="177469"/>
                  </a:lnTo>
                  <a:lnTo>
                    <a:pt x="1497558" y="152133"/>
                  </a:lnTo>
                  <a:lnTo>
                    <a:pt x="1382801" y="128308"/>
                  </a:lnTo>
                  <a:lnTo>
                    <a:pt x="1220330" y="95592"/>
                  </a:lnTo>
                  <a:lnTo>
                    <a:pt x="876211" y="28168"/>
                  </a:lnTo>
                  <a:lnTo>
                    <a:pt x="817778" y="16281"/>
                  </a:lnTo>
                  <a:lnTo>
                    <a:pt x="773099" y="6565"/>
                  </a:lnTo>
                  <a:lnTo>
                    <a:pt x="729665" y="0"/>
                  </a:lnTo>
                  <a:lnTo>
                    <a:pt x="689851" y="850"/>
                  </a:lnTo>
                  <a:lnTo>
                    <a:pt x="620318" y="22542"/>
                  </a:lnTo>
                  <a:lnTo>
                    <a:pt x="562902" y="67208"/>
                  </a:lnTo>
                  <a:lnTo>
                    <a:pt x="538226" y="96774"/>
                  </a:lnTo>
                  <a:lnTo>
                    <a:pt x="515988" y="130403"/>
                  </a:lnTo>
                  <a:lnTo>
                    <a:pt x="495985" y="167563"/>
                  </a:lnTo>
                  <a:lnTo>
                    <a:pt x="478002" y="207695"/>
                  </a:lnTo>
                  <a:lnTo>
                    <a:pt x="461848" y="250240"/>
                  </a:lnTo>
                  <a:lnTo>
                    <a:pt x="447332" y="294640"/>
                  </a:lnTo>
                  <a:lnTo>
                    <a:pt x="434238" y="340334"/>
                  </a:lnTo>
                  <a:lnTo>
                    <a:pt x="422389" y="386791"/>
                  </a:lnTo>
                  <a:lnTo>
                    <a:pt x="411556" y="433425"/>
                  </a:lnTo>
                  <a:lnTo>
                    <a:pt x="401561" y="479717"/>
                  </a:lnTo>
                  <a:lnTo>
                    <a:pt x="374573" y="610844"/>
                  </a:lnTo>
                  <a:lnTo>
                    <a:pt x="276631" y="1040650"/>
                  </a:lnTo>
                  <a:lnTo>
                    <a:pt x="229031" y="1254887"/>
                  </a:lnTo>
                  <a:lnTo>
                    <a:pt x="191096" y="1429689"/>
                  </a:lnTo>
                  <a:lnTo>
                    <a:pt x="152704" y="1611299"/>
                  </a:lnTo>
                  <a:lnTo>
                    <a:pt x="127482" y="1733791"/>
                  </a:lnTo>
                  <a:lnTo>
                    <a:pt x="103035" y="1855774"/>
                  </a:lnTo>
                  <a:lnTo>
                    <a:pt x="79730" y="1975815"/>
                  </a:lnTo>
                  <a:lnTo>
                    <a:pt x="57962" y="2092515"/>
                  </a:lnTo>
                  <a:lnTo>
                    <a:pt x="47777" y="2149170"/>
                  </a:lnTo>
                  <a:lnTo>
                    <a:pt x="38112" y="2204453"/>
                  </a:lnTo>
                  <a:lnTo>
                    <a:pt x="29032" y="2258199"/>
                  </a:lnTo>
                  <a:lnTo>
                    <a:pt x="20586" y="2310219"/>
                  </a:lnTo>
                  <a:lnTo>
                    <a:pt x="14681" y="2351494"/>
                  </a:lnTo>
                  <a:lnTo>
                    <a:pt x="9626" y="2392857"/>
                  </a:lnTo>
                  <a:lnTo>
                    <a:pt x="5511" y="2434247"/>
                  </a:lnTo>
                  <a:lnTo>
                    <a:pt x="2463" y="2475623"/>
                  </a:lnTo>
                  <a:lnTo>
                    <a:pt x="596" y="2516936"/>
                  </a:lnTo>
                  <a:lnTo>
                    <a:pt x="0" y="2558135"/>
                  </a:lnTo>
                  <a:lnTo>
                    <a:pt x="812" y="2599182"/>
                  </a:lnTo>
                  <a:lnTo>
                    <a:pt x="3111" y="2640025"/>
                  </a:lnTo>
                  <a:lnTo>
                    <a:pt x="7023" y="2680614"/>
                  </a:lnTo>
                  <a:lnTo>
                    <a:pt x="12661" y="2720898"/>
                  </a:lnTo>
                  <a:lnTo>
                    <a:pt x="20142" y="2760853"/>
                  </a:lnTo>
                  <a:lnTo>
                    <a:pt x="29552" y="2800400"/>
                  </a:lnTo>
                  <a:lnTo>
                    <a:pt x="41008" y="2839504"/>
                  </a:lnTo>
                  <a:lnTo>
                    <a:pt x="54635" y="2878124"/>
                  </a:lnTo>
                  <a:lnTo>
                    <a:pt x="70535" y="2916212"/>
                  </a:lnTo>
                  <a:lnTo>
                    <a:pt x="88811" y="2953702"/>
                  </a:lnTo>
                  <a:lnTo>
                    <a:pt x="109588" y="2990570"/>
                  </a:lnTo>
                  <a:lnTo>
                    <a:pt x="132956" y="3026765"/>
                  </a:lnTo>
                  <a:lnTo>
                    <a:pt x="159042" y="3062236"/>
                  </a:lnTo>
                  <a:lnTo>
                    <a:pt x="187947" y="3096920"/>
                  </a:lnTo>
                  <a:lnTo>
                    <a:pt x="219786" y="3130804"/>
                  </a:lnTo>
                  <a:lnTo>
                    <a:pt x="254673" y="3163798"/>
                  </a:lnTo>
                  <a:lnTo>
                    <a:pt x="292696" y="3195891"/>
                  </a:lnTo>
                  <a:lnTo>
                    <a:pt x="333984" y="3227019"/>
                  </a:lnTo>
                  <a:lnTo>
                    <a:pt x="378650" y="3257143"/>
                  </a:lnTo>
                  <a:lnTo>
                    <a:pt x="426796" y="3286214"/>
                  </a:lnTo>
                  <a:lnTo>
                    <a:pt x="478536" y="3314166"/>
                  </a:lnTo>
                  <a:lnTo>
                    <a:pt x="533971" y="3340976"/>
                  </a:lnTo>
                  <a:lnTo>
                    <a:pt x="593217" y="3366592"/>
                  </a:lnTo>
                  <a:lnTo>
                    <a:pt x="656386" y="3390950"/>
                  </a:lnTo>
                  <a:lnTo>
                    <a:pt x="728611" y="3416439"/>
                  </a:lnTo>
                  <a:lnTo>
                    <a:pt x="798804" y="3439591"/>
                  </a:lnTo>
                  <a:lnTo>
                    <a:pt x="866978" y="3460458"/>
                  </a:lnTo>
                  <a:lnTo>
                    <a:pt x="933157" y="3479076"/>
                  </a:lnTo>
                  <a:lnTo>
                    <a:pt x="941146" y="3481120"/>
                  </a:lnTo>
                  <a:lnTo>
                    <a:pt x="935647" y="3501936"/>
                  </a:lnTo>
                  <a:lnTo>
                    <a:pt x="924128" y="3543236"/>
                  </a:lnTo>
                  <a:lnTo>
                    <a:pt x="911656" y="3583114"/>
                  </a:lnTo>
                  <a:lnTo>
                    <a:pt x="897597" y="3621468"/>
                  </a:lnTo>
                  <a:lnTo>
                    <a:pt x="881253" y="3663340"/>
                  </a:lnTo>
                  <a:lnTo>
                    <a:pt x="869124" y="3702227"/>
                  </a:lnTo>
                  <a:lnTo>
                    <a:pt x="861898" y="3743858"/>
                  </a:lnTo>
                  <a:lnTo>
                    <a:pt x="862977" y="3787216"/>
                  </a:lnTo>
                  <a:lnTo>
                    <a:pt x="875804" y="3831298"/>
                  </a:lnTo>
                  <a:lnTo>
                    <a:pt x="903770" y="3875049"/>
                  </a:lnTo>
                  <a:lnTo>
                    <a:pt x="950302" y="3917480"/>
                  </a:lnTo>
                  <a:lnTo>
                    <a:pt x="996137" y="3943070"/>
                  </a:lnTo>
                  <a:lnTo>
                    <a:pt x="1064856" y="3970223"/>
                  </a:lnTo>
                  <a:lnTo>
                    <a:pt x="1107694" y="3984460"/>
                  </a:lnTo>
                  <a:lnTo>
                    <a:pt x="1156106" y="3999192"/>
                  </a:lnTo>
                  <a:lnTo>
                    <a:pt x="1210056" y="4014457"/>
                  </a:lnTo>
                  <a:lnTo>
                    <a:pt x="1269492" y="4030268"/>
                  </a:lnTo>
                  <a:lnTo>
                    <a:pt x="1334376" y="4046677"/>
                  </a:lnTo>
                  <a:lnTo>
                    <a:pt x="1622069" y="4113415"/>
                  </a:lnTo>
                  <a:lnTo>
                    <a:pt x="1779168" y="4147566"/>
                  </a:lnTo>
                  <a:lnTo>
                    <a:pt x="2005380" y="4195813"/>
                  </a:lnTo>
                  <a:lnTo>
                    <a:pt x="2029485" y="4201210"/>
                  </a:lnTo>
                  <a:lnTo>
                    <a:pt x="2072589" y="4014279"/>
                  </a:lnTo>
                  <a:lnTo>
                    <a:pt x="2015032" y="4001630"/>
                  </a:lnTo>
                  <a:lnTo>
                    <a:pt x="1895297" y="3976344"/>
                  </a:lnTo>
                  <a:lnTo>
                    <a:pt x="1684604" y="3933418"/>
                  </a:lnTo>
                  <a:lnTo>
                    <a:pt x="1557070" y="3906723"/>
                  </a:lnTo>
                  <a:lnTo>
                    <a:pt x="1491792" y="3892613"/>
                  </a:lnTo>
                  <a:lnTo>
                    <a:pt x="1427060" y="3878199"/>
                  </a:lnTo>
                  <a:lnTo>
                    <a:pt x="1364005" y="3863657"/>
                  </a:lnTo>
                  <a:lnTo>
                    <a:pt x="1303782" y="3849128"/>
                  </a:lnTo>
                  <a:lnTo>
                    <a:pt x="1247559" y="3834765"/>
                  </a:lnTo>
                  <a:lnTo>
                    <a:pt x="1196479" y="3820731"/>
                  </a:lnTo>
                  <a:lnTo>
                    <a:pt x="1151699" y="3807193"/>
                  </a:lnTo>
                  <a:lnTo>
                    <a:pt x="1114374" y="3794290"/>
                  </a:lnTo>
                  <a:lnTo>
                    <a:pt x="1066711" y="3771036"/>
                  </a:lnTo>
                  <a:lnTo>
                    <a:pt x="1058659" y="3761003"/>
                  </a:lnTo>
                  <a:lnTo>
                    <a:pt x="1063066" y="3733000"/>
                  </a:lnTo>
                  <a:lnTo>
                    <a:pt x="1078115" y="3680917"/>
                  </a:lnTo>
                  <a:lnTo>
                    <a:pt x="1118298" y="3555492"/>
                  </a:lnTo>
                  <a:lnTo>
                    <a:pt x="1127861" y="3523246"/>
                  </a:lnTo>
                  <a:lnTo>
                    <a:pt x="1178699" y="3532009"/>
                  </a:lnTo>
                  <a:lnTo>
                    <a:pt x="1235443" y="3540099"/>
                  </a:lnTo>
                  <a:lnTo>
                    <a:pt x="1290396" y="3546208"/>
                  </a:lnTo>
                  <a:lnTo>
                    <a:pt x="1343583" y="3550399"/>
                  </a:lnTo>
                  <a:lnTo>
                    <a:pt x="1395031" y="3552723"/>
                  </a:lnTo>
                  <a:lnTo>
                    <a:pt x="1444790" y="3553206"/>
                  </a:lnTo>
                  <a:lnTo>
                    <a:pt x="1492872" y="3551910"/>
                  </a:lnTo>
                  <a:lnTo>
                    <a:pt x="1539316" y="3548875"/>
                  </a:lnTo>
                  <a:lnTo>
                    <a:pt x="1584159" y="3544151"/>
                  </a:lnTo>
                  <a:lnTo>
                    <a:pt x="1627416" y="3537775"/>
                  </a:lnTo>
                  <a:lnTo>
                    <a:pt x="1669148" y="3529812"/>
                  </a:lnTo>
                  <a:lnTo>
                    <a:pt x="1709356" y="3520287"/>
                  </a:lnTo>
                  <a:lnTo>
                    <a:pt x="1748078" y="3509251"/>
                  </a:lnTo>
                  <a:lnTo>
                    <a:pt x="1785366" y="3496767"/>
                  </a:lnTo>
                  <a:lnTo>
                    <a:pt x="1821230" y="3482860"/>
                  </a:lnTo>
                  <a:lnTo>
                    <a:pt x="1888832" y="3450983"/>
                  </a:lnTo>
                  <a:lnTo>
                    <a:pt x="1951139" y="3414014"/>
                  </a:lnTo>
                  <a:lnTo>
                    <a:pt x="2008416" y="3372294"/>
                  </a:lnTo>
                  <a:lnTo>
                    <a:pt x="2060892" y="3326206"/>
                  </a:lnTo>
                  <a:lnTo>
                    <a:pt x="2108835" y="3276130"/>
                  </a:lnTo>
                  <a:lnTo>
                    <a:pt x="2152497" y="3222421"/>
                  </a:lnTo>
                  <a:lnTo>
                    <a:pt x="2192121" y="3165449"/>
                  </a:lnTo>
                  <a:lnTo>
                    <a:pt x="2227973" y="3105581"/>
                  </a:lnTo>
                  <a:lnTo>
                    <a:pt x="2260282" y="3043199"/>
                  </a:lnTo>
                  <a:lnTo>
                    <a:pt x="2289314" y="2978658"/>
                  </a:lnTo>
                  <a:lnTo>
                    <a:pt x="2315324" y="2912338"/>
                  </a:lnTo>
                  <a:lnTo>
                    <a:pt x="2338552" y="2844596"/>
                  </a:lnTo>
                  <a:lnTo>
                    <a:pt x="2356027" y="2800464"/>
                  </a:lnTo>
                  <a:lnTo>
                    <a:pt x="2373287" y="2755176"/>
                  </a:lnTo>
                  <a:lnTo>
                    <a:pt x="2390330" y="2708808"/>
                  </a:lnTo>
                  <a:lnTo>
                    <a:pt x="2407183" y="2661412"/>
                  </a:lnTo>
                  <a:lnTo>
                    <a:pt x="2423807" y="2613063"/>
                  </a:lnTo>
                  <a:lnTo>
                    <a:pt x="2440228" y="2563838"/>
                  </a:lnTo>
                  <a:lnTo>
                    <a:pt x="2456434" y="2513774"/>
                  </a:lnTo>
                  <a:lnTo>
                    <a:pt x="2472436" y="2462974"/>
                  </a:lnTo>
                  <a:lnTo>
                    <a:pt x="2488209" y="2411488"/>
                  </a:lnTo>
                  <a:lnTo>
                    <a:pt x="2503767" y="2359380"/>
                  </a:lnTo>
                  <a:lnTo>
                    <a:pt x="2519121" y="2306726"/>
                  </a:lnTo>
                  <a:lnTo>
                    <a:pt x="2534247" y="2253577"/>
                  </a:lnTo>
                  <a:lnTo>
                    <a:pt x="2549156" y="2200021"/>
                  </a:lnTo>
                  <a:lnTo>
                    <a:pt x="2563850" y="2146109"/>
                  </a:lnTo>
                  <a:lnTo>
                    <a:pt x="2592565" y="2037511"/>
                  </a:lnTo>
                  <a:lnTo>
                    <a:pt x="2620391" y="1928304"/>
                  </a:lnTo>
                  <a:lnTo>
                    <a:pt x="2647315" y="1819046"/>
                  </a:lnTo>
                  <a:lnTo>
                    <a:pt x="2673324" y="1710258"/>
                  </a:lnTo>
                  <a:lnTo>
                    <a:pt x="2698419" y="1602473"/>
                  </a:lnTo>
                  <a:lnTo>
                    <a:pt x="2734335" y="1443875"/>
                  </a:lnTo>
                  <a:lnTo>
                    <a:pt x="2789466" y="1192174"/>
                  </a:lnTo>
                  <a:lnTo>
                    <a:pt x="2873502" y="802817"/>
                  </a:lnTo>
                  <a:lnTo>
                    <a:pt x="2897060" y="698068"/>
                  </a:lnTo>
                  <a:lnTo>
                    <a:pt x="2899079" y="679272"/>
                  </a:lnTo>
                  <a:close/>
                </a:path>
              </a:pathLst>
            </a:custGeom>
            <a:solidFill>
              <a:srgbClr val="B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405853" y="3087410"/>
              <a:ext cx="1772920" cy="2351405"/>
            </a:xfrm>
            <a:custGeom>
              <a:avLst/>
              <a:gdLst/>
              <a:ahLst/>
              <a:cxnLst/>
              <a:rect l="l" t="t" r="r" b="b"/>
              <a:pathLst>
                <a:path w="1772919" h="2351404">
                  <a:moveTo>
                    <a:pt x="15666" y="2350917"/>
                  </a:moveTo>
                  <a:lnTo>
                    <a:pt x="8579" y="2347780"/>
                  </a:lnTo>
                  <a:lnTo>
                    <a:pt x="3284" y="2342418"/>
                  </a:lnTo>
                  <a:lnTo>
                    <a:pt x="263" y="2335496"/>
                  </a:lnTo>
                  <a:lnTo>
                    <a:pt x="0" y="2327675"/>
                  </a:lnTo>
                  <a:lnTo>
                    <a:pt x="10857" y="2261213"/>
                  </a:lnTo>
                  <a:lnTo>
                    <a:pt x="29498" y="2153587"/>
                  </a:lnTo>
                  <a:lnTo>
                    <a:pt x="50954" y="2036502"/>
                  </a:lnTo>
                  <a:lnTo>
                    <a:pt x="75210" y="1910027"/>
                  </a:lnTo>
                  <a:lnTo>
                    <a:pt x="102252" y="1774230"/>
                  </a:lnTo>
                  <a:lnTo>
                    <a:pt x="132065" y="1629179"/>
                  </a:lnTo>
                  <a:lnTo>
                    <a:pt x="176103" y="1421501"/>
                  </a:lnTo>
                  <a:lnTo>
                    <a:pt x="225008" y="1197656"/>
                  </a:lnTo>
                  <a:lnTo>
                    <a:pt x="278749" y="957805"/>
                  </a:lnTo>
                  <a:lnTo>
                    <a:pt x="351125" y="641431"/>
                  </a:lnTo>
                  <a:lnTo>
                    <a:pt x="378069" y="510976"/>
                  </a:lnTo>
                  <a:lnTo>
                    <a:pt x="388896" y="460083"/>
                  </a:lnTo>
                  <a:lnTo>
                    <a:pt x="400676" y="408601"/>
                  </a:lnTo>
                  <a:lnTo>
                    <a:pt x="413686" y="357231"/>
                  </a:lnTo>
                  <a:lnTo>
                    <a:pt x="428199" y="306670"/>
                  </a:lnTo>
                  <a:lnTo>
                    <a:pt x="444493" y="257617"/>
                  </a:lnTo>
                  <a:lnTo>
                    <a:pt x="462841" y="210773"/>
                  </a:lnTo>
                  <a:lnTo>
                    <a:pt x="483520" y="166834"/>
                  </a:lnTo>
                  <a:lnTo>
                    <a:pt x="506804" y="126501"/>
                  </a:lnTo>
                  <a:lnTo>
                    <a:pt x="532970" y="90472"/>
                  </a:lnTo>
                  <a:lnTo>
                    <a:pt x="562292" y="59445"/>
                  </a:lnTo>
                  <a:lnTo>
                    <a:pt x="595046" y="34121"/>
                  </a:lnTo>
                  <a:lnTo>
                    <a:pt x="635970" y="13478"/>
                  </a:lnTo>
                  <a:lnTo>
                    <a:pt x="680118" y="2096"/>
                  </a:lnTo>
                  <a:lnTo>
                    <a:pt x="727330" y="0"/>
                  </a:lnTo>
                  <a:lnTo>
                    <a:pt x="777448" y="7213"/>
                  </a:lnTo>
                  <a:lnTo>
                    <a:pt x="810966" y="14581"/>
                  </a:lnTo>
                  <a:lnTo>
                    <a:pt x="853144" y="23301"/>
                  </a:lnTo>
                  <a:lnTo>
                    <a:pt x="1287304" y="108728"/>
                  </a:lnTo>
                  <a:lnTo>
                    <a:pt x="1436982" y="139218"/>
                  </a:lnTo>
                  <a:lnTo>
                    <a:pt x="1541314" y="161122"/>
                  </a:lnTo>
                  <a:lnTo>
                    <a:pt x="1648201" y="184225"/>
                  </a:lnTo>
                  <a:lnTo>
                    <a:pt x="1756716" y="208476"/>
                  </a:lnTo>
                  <a:lnTo>
                    <a:pt x="1772401" y="224936"/>
                  </a:lnTo>
                  <a:lnTo>
                    <a:pt x="1772195" y="233081"/>
                  </a:lnTo>
                  <a:lnTo>
                    <a:pt x="1768843" y="240527"/>
                  </a:lnTo>
                  <a:lnTo>
                    <a:pt x="1763099" y="245919"/>
                  </a:lnTo>
                  <a:lnTo>
                    <a:pt x="1755751" y="248762"/>
                  </a:lnTo>
                  <a:lnTo>
                    <a:pt x="1747589" y="248557"/>
                  </a:lnTo>
                  <a:lnTo>
                    <a:pt x="1639310" y="224360"/>
                  </a:lnTo>
                  <a:lnTo>
                    <a:pt x="1532635" y="201303"/>
                  </a:lnTo>
                  <a:lnTo>
                    <a:pt x="1377660" y="168973"/>
                  </a:lnTo>
                  <a:lnTo>
                    <a:pt x="1185311" y="130355"/>
                  </a:lnTo>
                  <a:lnTo>
                    <a:pt x="894896" y="73562"/>
                  </a:lnTo>
                  <a:lnTo>
                    <a:pt x="844568" y="63503"/>
                  </a:lnTo>
                  <a:lnTo>
                    <a:pt x="802087" y="54718"/>
                  </a:lnTo>
                  <a:lnTo>
                    <a:pt x="768200" y="47266"/>
                  </a:lnTo>
                  <a:lnTo>
                    <a:pt x="726119" y="41030"/>
                  </a:lnTo>
                  <a:lnTo>
                    <a:pt x="687114" y="42496"/>
                  </a:lnTo>
                  <a:lnTo>
                    <a:pt x="617286" y="68680"/>
                  </a:lnTo>
                  <a:lnTo>
                    <a:pt x="585404" y="94039"/>
                  </a:lnTo>
                  <a:lnTo>
                    <a:pt x="557003" y="126116"/>
                  </a:lnTo>
                  <a:lnTo>
                    <a:pt x="531781" y="164011"/>
                  </a:lnTo>
                  <a:lnTo>
                    <a:pt x="509435" y="206826"/>
                  </a:lnTo>
                  <a:lnTo>
                    <a:pt x="489665" y="253661"/>
                  </a:lnTo>
                  <a:lnTo>
                    <a:pt x="472167" y="303617"/>
                  </a:lnTo>
                  <a:lnTo>
                    <a:pt x="456641" y="355796"/>
                  </a:lnTo>
                  <a:lnTo>
                    <a:pt x="442784" y="409299"/>
                  </a:lnTo>
                  <a:lnTo>
                    <a:pt x="430295" y="463226"/>
                  </a:lnTo>
                  <a:lnTo>
                    <a:pt x="418871" y="516679"/>
                  </a:lnTo>
                  <a:lnTo>
                    <a:pt x="396857" y="624094"/>
                  </a:lnTo>
                  <a:lnTo>
                    <a:pt x="385643" y="675432"/>
                  </a:lnTo>
                  <a:lnTo>
                    <a:pt x="318875" y="966730"/>
                  </a:lnTo>
                  <a:lnTo>
                    <a:pt x="265205" y="1206243"/>
                  </a:lnTo>
                  <a:lnTo>
                    <a:pt x="216369" y="1429749"/>
                  </a:lnTo>
                  <a:lnTo>
                    <a:pt x="172400" y="1637086"/>
                  </a:lnTo>
                  <a:lnTo>
                    <a:pt x="142637" y="1781881"/>
                  </a:lnTo>
                  <a:lnTo>
                    <a:pt x="115644" y="1917422"/>
                  </a:lnTo>
                  <a:lnTo>
                    <a:pt x="91436" y="2043640"/>
                  </a:lnTo>
                  <a:lnTo>
                    <a:pt x="70027" y="2160467"/>
                  </a:lnTo>
                  <a:lnTo>
                    <a:pt x="51431" y="2267835"/>
                  </a:lnTo>
                  <a:lnTo>
                    <a:pt x="40604" y="2334125"/>
                  </a:lnTo>
                  <a:lnTo>
                    <a:pt x="37750" y="2341776"/>
                  </a:lnTo>
                  <a:lnTo>
                    <a:pt x="32373" y="2347537"/>
                  </a:lnTo>
                  <a:lnTo>
                    <a:pt x="25229" y="2350861"/>
                  </a:lnTo>
                  <a:lnTo>
                    <a:pt x="15666" y="2350917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500639" y="4749562"/>
              <a:ext cx="2346325" cy="1823720"/>
            </a:xfrm>
            <a:custGeom>
              <a:avLst/>
              <a:gdLst/>
              <a:ahLst/>
              <a:cxnLst/>
              <a:rect l="l" t="t" r="r" b="b"/>
              <a:pathLst>
                <a:path w="2346325" h="1823720">
                  <a:moveTo>
                    <a:pt x="948339" y="1776645"/>
                  </a:moveTo>
                  <a:lnTo>
                    <a:pt x="884219" y="1760981"/>
                  </a:lnTo>
                  <a:lnTo>
                    <a:pt x="817950" y="1742902"/>
                  </a:lnTo>
                  <a:lnTo>
                    <a:pt x="749495" y="1722350"/>
                  </a:lnTo>
                  <a:lnTo>
                    <a:pt x="678815" y="1699271"/>
                  </a:lnTo>
                  <a:lnTo>
                    <a:pt x="605872" y="1673608"/>
                  </a:lnTo>
                  <a:lnTo>
                    <a:pt x="543525" y="1649462"/>
                  </a:lnTo>
                  <a:lnTo>
                    <a:pt x="485325" y="1623999"/>
                  </a:lnTo>
                  <a:lnTo>
                    <a:pt x="431148" y="1597273"/>
                  </a:lnTo>
                  <a:lnTo>
                    <a:pt x="380869" y="1569338"/>
                  </a:lnTo>
                  <a:lnTo>
                    <a:pt x="334362" y="1540246"/>
                  </a:lnTo>
                  <a:lnTo>
                    <a:pt x="291503" y="1510053"/>
                  </a:lnTo>
                  <a:lnTo>
                    <a:pt x="252166" y="1478812"/>
                  </a:lnTo>
                  <a:lnTo>
                    <a:pt x="216229" y="1446576"/>
                  </a:lnTo>
                  <a:lnTo>
                    <a:pt x="183564" y="1413400"/>
                  </a:lnTo>
                  <a:lnTo>
                    <a:pt x="154048" y="1379337"/>
                  </a:lnTo>
                  <a:lnTo>
                    <a:pt x="127556" y="1344440"/>
                  </a:lnTo>
                  <a:lnTo>
                    <a:pt x="103962" y="1308764"/>
                  </a:lnTo>
                  <a:lnTo>
                    <a:pt x="83143" y="1272362"/>
                  </a:lnTo>
                  <a:lnTo>
                    <a:pt x="64972" y="1235288"/>
                  </a:lnTo>
                  <a:lnTo>
                    <a:pt x="49326" y="1197596"/>
                  </a:lnTo>
                  <a:lnTo>
                    <a:pt x="36080" y="1159340"/>
                  </a:lnTo>
                  <a:lnTo>
                    <a:pt x="25108" y="1120572"/>
                  </a:lnTo>
                  <a:lnTo>
                    <a:pt x="16286" y="1081348"/>
                  </a:lnTo>
                  <a:lnTo>
                    <a:pt x="9489" y="1041720"/>
                  </a:lnTo>
                  <a:lnTo>
                    <a:pt x="4592" y="1001742"/>
                  </a:lnTo>
                  <a:lnTo>
                    <a:pt x="1471" y="961469"/>
                  </a:lnTo>
                  <a:lnTo>
                    <a:pt x="0" y="920954"/>
                  </a:lnTo>
                  <a:lnTo>
                    <a:pt x="54" y="880250"/>
                  </a:lnTo>
                  <a:lnTo>
                    <a:pt x="1509" y="839412"/>
                  </a:lnTo>
                  <a:lnTo>
                    <a:pt x="4241" y="798492"/>
                  </a:lnTo>
                  <a:lnTo>
                    <a:pt x="8123" y="757546"/>
                  </a:lnTo>
                  <a:lnTo>
                    <a:pt x="13032" y="716626"/>
                  </a:lnTo>
                  <a:lnTo>
                    <a:pt x="18842" y="675787"/>
                  </a:lnTo>
                  <a:lnTo>
                    <a:pt x="30190" y="605913"/>
                  </a:lnTo>
                  <a:lnTo>
                    <a:pt x="50535" y="490317"/>
                  </a:lnTo>
                  <a:lnTo>
                    <a:pt x="67443" y="398701"/>
                  </a:lnTo>
                  <a:lnTo>
                    <a:pt x="93921" y="261485"/>
                  </a:lnTo>
                  <a:lnTo>
                    <a:pt x="122651" y="118562"/>
                  </a:lnTo>
                  <a:lnTo>
                    <a:pt x="133506" y="67641"/>
                  </a:lnTo>
                  <a:lnTo>
                    <a:pt x="136633" y="50591"/>
                  </a:lnTo>
                  <a:lnTo>
                    <a:pt x="146365" y="6853"/>
                  </a:lnTo>
                  <a:lnTo>
                    <a:pt x="183472" y="0"/>
                  </a:lnTo>
                  <a:lnTo>
                    <a:pt x="206169" y="2151"/>
                  </a:lnTo>
                  <a:lnTo>
                    <a:pt x="222952" y="4176"/>
                  </a:lnTo>
                  <a:lnTo>
                    <a:pt x="249952" y="7070"/>
                  </a:lnTo>
                  <a:lnTo>
                    <a:pt x="303543" y="15775"/>
                  </a:lnTo>
                  <a:lnTo>
                    <a:pt x="379056" y="31771"/>
                  </a:lnTo>
                  <a:lnTo>
                    <a:pt x="427866" y="42997"/>
                  </a:lnTo>
                  <a:lnTo>
                    <a:pt x="476567" y="54789"/>
                  </a:lnTo>
                  <a:lnTo>
                    <a:pt x="525145" y="67116"/>
                  </a:lnTo>
                  <a:lnTo>
                    <a:pt x="573584" y="79944"/>
                  </a:lnTo>
                  <a:lnTo>
                    <a:pt x="621867" y="93243"/>
                  </a:lnTo>
                  <a:lnTo>
                    <a:pt x="669980" y="106980"/>
                  </a:lnTo>
                  <a:lnTo>
                    <a:pt x="718334" y="121571"/>
                  </a:lnTo>
                  <a:lnTo>
                    <a:pt x="766350" y="137072"/>
                  </a:lnTo>
                  <a:lnTo>
                    <a:pt x="814070" y="153371"/>
                  </a:lnTo>
                  <a:lnTo>
                    <a:pt x="861537" y="170353"/>
                  </a:lnTo>
                  <a:lnTo>
                    <a:pt x="908793" y="187906"/>
                  </a:lnTo>
                  <a:lnTo>
                    <a:pt x="955882" y="205917"/>
                  </a:lnTo>
                  <a:lnTo>
                    <a:pt x="1002845" y="224271"/>
                  </a:lnTo>
                  <a:lnTo>
                    <a:pt x="1143412" y="280265"/>
                  </a:lnTo>
                  <a:lnTo>
                    <a:pt x="1237282" y="317237"/>
                  </a:lnTo>
                  <a:lnTo>
                    <a:pt x="1284392" y="335277"/>
                  </a:lnTo>
                  <a:lnTo>
                    <a:pt x="1331677" y="352867"/>
                  </a:lnTo>
                  <a:lnTo>
                    <a:pt x="1379178" y="369895"/>
                  </a:lnTo>
                  <a:lnTo>
                    <a:pt x="1426938" y="386247"/>
                  </a:lnTo>
                  <a:lnTo>
                    <a:pt x="1473030" y="401251"/>
                  </a:lnTo>
                  <a:lnTo>
                    <a:pt x="1519302" y="415598"/>
                  </a:lnTo>
                  <a:lnTo>
                    <a:pt x="1565742" y="429330"/>
                  </a:lnTo>
                  <a:lnTo>
                    <a:pt x="1612341" y="442489"/>
                  </a:lnTo>
                  <a:lnTo>
                    <a:pt x="1659089" y="455115"/>
                  </a:lnTo>
                  <a:lnTo>
                    <a:pt x="1705975" y="467249"/>
                  </a:lnTo>
                  <a:lnTo>
                    <a:pt x="1752989" y="478934"/>
                  </a:lnTo>
                  <a:lnTo>
                    <a:pt x="1852330" y="502920"/>
                  </a:lnTo>
                  <a:lnTo>
                    <a:pt x="1904372" y="516269"/>
                  </a:lnTo>
                  <a:lnTo>
                    <a:pt x="2008286" y="543590"/>
                  </a:lnTo>
                  <a:lnTo>
                    <a:pt x="2060325" y="556918"/>
                  </a:lnTo>
                  <a:lnTo>
                    <a:pt x="2112532" y="569595"/>
                  </a:lnTo>
                  <a:lnTo>
                    <a:pt x="2164990" y="581300"/>
                  </a:lnTo>
                  <a:lnTo>
                    <a:pt x="2211537" y="590134"/>
                  </a:lnTo>
                  <a:lnTo>
                    <a:pt x="2258414" y="597030"/>
                  </a:lnTo>
                  <a:lnTo>
                    <a:pt x="2276546" y="597747"/>
                  </a:lnTo>
                  <a:lnTo>
                    <a:pt x="2294982" y="596939"/>
                  </a:lnTo>
                  <a:lnTo>
                    <a:pt x="2313318" y="596909"/>
                  </a:lnTo>
                  <a:lnTo>
                    <a:pt x="2331149" y="599962"/>
                  </a:lnTo>
                  <a:lnTo>
                    <a:pt x="2343552" y="607948"/>
                  </a:lnTo>
                  <a:lnTo>
                    <a:pt x="2346021" y="619313"/>
                  </a:lnTo>
                  <a:lnTo>
                    <a:pt x="2342920" y="632493"/>
                  </a:lnTo>
                  <a:lnTo>
                    <a:pt x="2338611" y="645920"/>
                  </a:lnTo>
                  <a:lnTo>
                    <a:pt x="2336416" y="654160"/>
                  </a:lnTo>
                  <a:lnTo>
                    <a:pt x="2333200" y="661645"/>
                  </a:lnTo>
                  <a:lnTo>
                    <a:pt x="2314289" y="718818"/>
                  </a:lnTo>
                  <a:lnTo>
                    <a:pt x="2294971" y="781563"/>
                  </a:lnTo>
                  <a:lnTo>
                    <a:pt x="2280425" y="827694"/>
                  </a:lnTo>
                  <a:lnTo>
                    <a:pt x="2265506" y="873710"/>
                  </a:lnTo>
                  <a:lnTo>
                    <a:pt x="2250243" y="919612"/>
                  </a:lnTo>
                  <a:lnTo>
                    <a:pt x="2234667" y="965400"/>
                  </a:lnTo>
                  <a:lnTo>
                    <a:pt x="2216019" y="1018585"/>
                  </a:lnTo>
                  <a:lnTo>
                    <a:pt x="2196739" y="1071540"/>
                  </a:lnTo>
                  <a:lnTo>
                    <a:pt x="2177319" y="1120183"/>
                  </a:lnTo>
                  <a:lnTo>
                    <a:pt x="2167669" y="1144570"/>
                  </a:lnTo>
                  <a:lnTo>
                    <a:pt x="2159000" y="1169174"/>
                  </a:lnTo>
                  <a:lnTo>
                    <a:pt x="2147557" y="1203566"/>
                  </a:lnTo>
                  <a:lnTo>
                    <a:pt x="2135377" y="1237612"/>
                  </a:lnTo>
                  <a:lnTo>
                    <a:pt x="2108653" y="1304442"/>
                  </a:lnTo>
                  <a:lnTo>
                    <a:pt x="2078523" y="1369217"/>
                  </a:lnTo>
                  <a:lnTo>
                    <a:pt x="2044683" y="1431491"/>
                  </a:lnTo>
                  <a:lnTo>
                    <a:pt x="2006826" y="1490814"/>
                  </a:lnTo>
                  <a:lnTo>
                    <a:pt x="1964648" y="1546741"/>
                  </a:lnTo>
                  <a:lnTo>
                    <a:pt x="1917843" y="1598822"/>
                  </a:lnTo>
                  <a:lnTo>
                    <a:pt x="1866107" y="1646611"/>
                  </a:lnTo>
                  <a:lnTo>
                    <a:pt x="1809133" y="1689660"/>
                  </a:lnTo>
                  <a:lnTo>
                    <a:pt x="1746618" y="1727521"/>
                  </a:lnTo>
                  <a:lnTo>
                    <a:pt x="1678254" y="1759747"/>
                  </a:lnTo>
                  <a:lnTo>
                    <a:pt x="1641785" y="1773607"/>
                  </a:lnTo>
                  <a:lnTo>
                    <a:pt x="1603739" y="1785891"/>
                  </a:lnTo>
                  <a:lnTo>
                    <a:pt x="1564078" y="1796542"/>
                  </a:lnTo>
                  <a:lnTo>
                    <a:pt x="1522765" y="1805504"/>
                  </a:lnTo>
                  <a:lnTo>
                    <a:pt x="1479761" y="1812722"/>
                  </a:lnTo>
                  <a:lnTo>
                    <a:pt x="1435028" y="1818139"/>
                  </a:lnTo>
                  <a:lnTo>
                    <a:pt x="1388529" y="1821700"/>
                  </a:lnTo>
                  <a:lnTo>
                    <a:pt x="1340224" y="1823349"/>
                  </a:lnTo>
                  <a:lnTo>
                    <a:pt x="1290075" y="1823029"/>
                  </a:lnTo>
                  <a:lnTo>
                    <a:pt x="1238045" y="1820685"/>
                  </a:lnTo>
                  <a:lnTo>
                    <a:pt x="1184096" y="1816261"/>
                  </a:lnTo>
                  <a:lnTo>
                    <a:pt x="1128189" y="1809701"/>
                  </a:lnTo>
                  <a:lnTo>
                    <a:pt x="1070285" y="1800949"/>
                  </a:lnTo>
                  <a:lnTo>
                    <a:pt x="1010348" y="1789949"/>
                  </a:lnTo>
                  <a:lnTo>
                    <a:pt x="948339" y="1776645"/>
                  </a:lnTo>
                  <a:close/>
                </a:path>
              </a:pathLst>
            </a:custGeom>
            <a:solidFill>
              <a:srgbClr val="F083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085977" y="5340571"/>
              <a:ext cx="1783714" cy="1252220"/>
            </a:xfrm>
            <a:custGeom>
              <a:avLst/>
              <a:gdLst/>
              <a:ahLst/>
              <a:cxnLst/>
              <a:rect l="l" t="t" r="r" b="b"/>
              <a:pathLst>
                <a:path w="1783715" h="1252220">
                  <a:moveTo>
                    <a:pt x="352633" y="1203961"/>
                  </a:moveTo>
                  <a:lnTo>
                    <a:pt x="306487" y="1192836"/>
                  </a:lnTo>
                  <a:lnTo>
                    <a:pt x="259572" y="1180560"/>
                  </a:lnTo>
                  <a:lnTo>
                    <a:pt x="211890" y="1167133"/>
                  </a:lnTo>
                  <a:lnTo>
                    <a:pt x="163440" y="1152554"/>
                  </a:lnTo>
                  <a:lnTo>
                    <a:pt x="114224" y="1136823"/>
                  </a:lnTo>
                  <a:lnTo>
                    <a:pt x="64243" y="1119938"/>
                  </a:lnTo>
                  <a:lnTo>
                    <a:pt x="13496" y="1101900"/>
                  </a:lnTo>
                  <a:lnTo>
                    <a:pt x="0" y="1083626"/>
                  </a:lnTo>
                  <a:lnTo>
                    <a:pt x="1217" y="1075558"/>
                  </a:lnTo>
                  <a:lnTo>
                    <a:pt x="5463" y="1068590"/>
                  </a:lnTo>
                  <a:lnTo>
                    <a:pt x="11826" y="1063951"/>
                  </a:lnTo>
                  <a:lnTo>
                    <a:pt x="19471" y="1062047"/>
                  </a:lnTo>
                  <a:lnTo>
                    <a:pt x="27561" y="1063281"/>
                  </a:lnTo>
                  <a:lnTo>
                    <a:pt x="88437" y="1084805"/>
                  </a:lnTo>
                  <a:lnTo>
                    <a:pt x="148165" y="1104639"/>
                  </a:lnTo>
                  <a:lnTo>
                    <a:pt x="206741" y="1122783"/>
                  </a:lnTo>
                  <a:lnTo>
                    <a:pt x="264158" y="1139237"/>
                  </a:lnTo>
                  <a:lnTo>
                    <a:pt x="320413" y="1154001"/>
                  </a:lnTo>
                  <a:lnTo>
                    <a:pt x="375499" y="1167073"/>
                  </a:lnTo>
                  <a:lnTo>
                    <a:pt x="429413" y="1178454"/>
                  </a:lnTo>
                  <a:lnTo>
                    <a:pt x="482148" y="1188144"/>
                  </a:lnTo>
                  <a:lnTo>
                    <a:pt x="533701" y="1196141"/>
                  </a:lnTo>
                  <a:lnTo>
                    <a:pt x="584065" y="1202447"/>
                  </a:lnTo>
                  <a:lnTo>
                    <a:pt x="633235" y="1207060"/>
                  </a:lnTo>
                  <a:lnTo>
                    <a:pt x="681208" y="1209980"/>
                  </a:lnTo>
                  <a:lnTo>
                    <a:pt x="727977" y="1211207"/>
                  </a:lnTo>
                  <a:lnTo>
                    <a:pt x="773538" y="1210740"/>
                  </a:lnTo>
                  <a:lnTo>
                    <a:pt x="817886" y="1208580"/>
                  </a:lnTo>
                  <a:lnTo>
                    <a:pt x="861015" y="1204725"/>
                  </a:lnTo>
                  <a:lnTo>
                    <a:pt x="902920" y="1199176"/>
                  </a:lnTo>
                  <a:lnTo>
                    <a:pt x="943597" y="1191933"/>
                  </a:lnTo>
                  <a:lnTo>
                    <a:pt x="983041" y="1182994"/>
                  </a:lnTo>
                  <a:lnTo>
                    <a:pt x="1021246" y="1172359"/>
                  </a:lnTo>
                  <a:lnTo>
                    <a:pt x="1058207" y="1160029"/>
                  </a:lnTo>
                  <a:lnTo>
                    <a:pt x="1093919" y="1146003"/>
                  </a:lnTo>
                  <a:lnTo>
                    <a:pt x="1166972" y="1109847"/>
                  </a:lnTo>
                  <a:lnTo>
                    <a:pt x="1204045" y="1087095"/>
                  </a:lnTo>
                  <a:lnTo>
                    <a:pt x="1239613" y="1062006"/>
                  </a:lnTo>
                  <a:lnTo>
                    <a:pt x="1273688" y="1034561"/>
                  </a:lnTo>
                  <a:lnTo>
                    <a:pt x="1306286" y="1004743"/>
                  </a:lnTo>
                  <a:lnTo>
                    <a:pt x="1337420" y="972531"/>
                  </a:lnTo>
                  <a:lnTo>
                    <a:pt x="1367104" y="937908"/>
                  </a:lnTo>
                  <a:lnTo>
                    <a:pt x="1395353" y="900855"/>
                  </a:lnTo>
                  <a:lnTo>
                    <a:pt x="1422180" y="861353"/>
                  </a:lnTo>
                  <a:lnTo>
                    <a:pt x="1447600" y="819384"/>
                  </a:lnTo>
                  <a:lnTo>
                    <a:pt x="1471627" y="774930"/>
                  </a:lnTo>
                  <a:lnTo>
                    <a:pt x="1494275" y="727970"/>
                  </a:lnTo>
                  <a:lnTo>
                    <a:pt x="1515558" y="678488"/>
                  </a:lnTo>
                  <a:lnTo>
                    <a:pt x="1535490" y="626465"/>
                  </a:lnTo>
                  <a:lnTo>
                    <a:pt x="1559342" y="556467"/>
                  </a:lnTo>
                  <a:lnTo>
                    <a:pt x="1565042" y="541231"/>
                  </a:lnTo>
                  <a:lnTo>
                    <a:pt x="1588508" y="482919"/>
                  </a:lnTo>
                  <a:lnTo>
                    <a:pt x="1601902" y="446762"/>
                  </a:lnTo>
                  <a:lnTo>
                    <a:pt x="1620815" y="393830"/>
                  </a:lnTo>
                  <a:lnTo>
                    <a:pt x="1643299" y="327902"/>
                  </a:lnTo>
                  <a:lnTo>
                    <a:pt x="1678328" y="220530"/>
                  </a:lnTo>
                  <a:lnTo>
                    <a:pt x="1715243" y="104677"/>
                  </a:lnTo>
                  <a:lnTo>
                    <a:pt x="1743182" y="14562"/>
                  </a:lnTo>
                  <a:lnTo>
                    <a:pt x="1747038" y="7349"/>
                  </a:lnTo>
                  <a:lnTo>
                    <a:pt x="1753149" y="2338"/>
                  </a:lnTo>
                  <a:lnTo>
                    <a:pt x="1760677" y="0"/>
                  </a:lnTo>
                  <a:lnTo>
                    <a:pt x="1768784" y="806"/>
                  </a:lnTo>
                  <a:lnTo>
                    <a:pt x="1775984" y="4657"/>
                  </a:lnTo>
                  <a:lnTo>
                    <a:pt x="1780971" y="10759"/>
                  </a:lnTo>
                  <a:lnTo>
                    <a:pt x="1783305" y="18284"/>
                  </a:lnTo>
                  <a:lnTo>
                    <a:pt x="1782543" y="26406"/>
                  </a:lnTo>
                  <a:lnTo>
                    <a:pt x="1770330" y="66274"/>
                  </a:lnTo>
                  <a:lnTo>
                    <a:pt x="1736406" y="173987"/>
                  </a:lnTo>
                  <a:lnTo>
                    <a:pt x="1698914" y="290374"/>
                  </a:lnTo>
                  <a:lnTo>
                    <a:pt x="1682241" y="341085"/>
                  </a:lnTo>
                  <a:lnTo>
                    <a:pt x="1668769" y="381081"/>
                  </a:lnTo>
                  <a:lnTo>
                    <a:pt x="1650206" y="434025"/>
                  </a:lnTo>
                  <a:lnTo>
                    <a:pt x="1626943" y="497524"/>
                  </a:lnTo>
                  <a:lnTo>
                    <a:pt x="1603575" y="555599"/>
                  </a:lnTo>
                  <a:lnTo>
                    <a:pt x="1598160" y="570039"/>
                  </a:lnTo>
                  <a:lnTo>
                    <a:pt x="1573882" y="641220"/>
                  </a:lnTo>
                  <a:lnTo>
                    <a:pt x="1553098" y="695357"/>
                  </a:lnTo>
                  <a:lnTo>
                    <a:pt x="1530875" y="746868"/>
                  </a:lnTo>
                  <a:lnTo>
                    <a:pt x="1507197" y="795773"/>
                  </a:lnTo>
                  <a:lnTo>
                    <a:pt x="1482050" y="842090"/>
                  </a:lnTo>
                  <a:lnTo>
                    <a:pt x="1455418" y="885840"/>
                  </a:lnTo>
                  <a:lnTo>
                    <a:pt x="1427287" y="927040"/>
                  </a:lnTo>
                  <a:lnTo>
                    <a:pt x="1397642" y="965711"/>
                  </a:lnTo>
                  <a:lnTo>
                    <a:pt x="1366469" y="1001872"/>
                  </a:lnTo>
                  <a:lnTo>
                    <a:pt x="1333751" y="1035542"/>
                  </a:lnTo>
                  <a:lnTo>
                    <a:pt x="1299475" y="1066741"/>
                  </a:lnTo>
                  <a:lnTo>
                    <a:pt x="1263625" y="1095487"/>
                  </a:lnTo>
                  <a:lnTo>
                    <a:pt x="1226188" y="1121800"/>
                  </a:lnTo>
                  <a:lnTo>
                    <a:pt x="1187147" y="1145700"/>
                  </a:lnTo>
                  <a:lnTo>
                    <a:pt x="1146488" y="1167205"/>
                  </a:lnTo>
                  <a:lnTo>
                    <a:pt x="1107678" y="1184826"/>
                  </a:lnTo>
                  <a:lnTo>
                    <a:pt x="1067397" y="1200402"/>
                  </a:lnTo>
                  <a:lnTo>
                    <a:pt x="1025650" y="1213934"/>
                  </a:lnTo>
                  <a:lnTo>
                    <a:pt x="982444" y="1225421"/>
                  </a:lnTo>
                  <a:lnTo>
                    <a:pt x="937786" y="1234865"/>
                  </a:lnTo>
                  <a:lnTo>
                    <a:pt x="891683" y="1242266"/>
                  </a:lnTo>
                  <a:lnTo>
                    <a:pt x="844141" y="1247623"/>
                  </a:lnTo>
                  <a:lnTo>
                    <a:pt x="795168" y="1250938"/>
                  </a:lnTo>
                  <a:lnTo>
                    <a:pt x="744769" y="1252210"/>
                  </a:lnTo>
                  <a:lnTo>
                    <a:pt x="692951" y="1251441"/>
                  </a:lnTo>
                  <a:lnTo>
                    <a:pt x="639722" y="1248629"/>
                  </a:lnTo>
                  <a:lnTo>
                    <a:pt x="585088" y="1243777"/>
                  </a:lnTo>
                  <a:lnTo>
                    <a:pt x="529055" y="1236884"/>
                  </a:lnTo>
                  <a:lnTo>
                    <a:pt x="471630" y="1227949"/>
                  </a:lnTo>
                  <a:lnTo>
                    <a:pt x="412821" y="1216975"/>
                  </a:lnTo>
                  <a:lnTo>
                    <a:pt x="352633" y="1203961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666000" y="3504081"/>
              <a:ext cx="920115" cy="2031364"/>
            </a:xfrm>
            <a:custGeom>
              <a:avLst/>
              <a:gdLst/>
              <a:ahLst/>
              <a:cxnLst/>
              <a:rect l="l" t="t" r="r" b="b"/>
              <a:pathLst>
                <a:path w="920115" h="2031364">
                  <a:moveTo>
                    <a:pt x="506234" y="1936242"/>
                  </a:moveTo>
                  <a:lnTo>
                    <a:pt x="485051" y="1894535"/>
                  </a:lnTo>
                  <a:lnTo>
                    <a:pt x="421919" y="1874583"/>
                  </a:lnTo>
                  <a:lnTo>
                    <a:pt x="240068" y="1833029"/>
                  </a:lnTo>
                  <a:lnTo>
                    <a:pt x="173456" y="1818309"/>
                  </a:lnTo>
                  <a:lnTo>
                    <a:pt x="112064" y="1805317"/>
                  </a:lnTo>
                  <a:lnTo>
                    <a:pt x="64223" y="1796148"/>
                  </a:lnTo>
                  <a:lnTo>
                    <a:pt x="38252" y="1792859"/>
                  </a:lnTo>
                  <a:lnTo>
                    <a:pt x="21437" y="1808797"/>
                  </a:lnTo>
                  <a:lnTo>
                    <a:pt x="7607" y="1844484"/>
                  </a:lnTo>
                  <a:lnTo>
                    <a:pt x="0" y="1883156"/>
                  </a:lnTo>
                  <a:lnTo>
                    <a:pt x="1828" y="1908035"/>
                  </a:lnTo>
                  <a:lnTo>
                    <a:pt x="44716" y="1927872"/>
                  </a:lnTo>
                  <a:lnTo>
                    <a:pt x="86690" y="1940775"/>
                  </a:lnTo>
                  <a:lnTo>
                    <a:pt x="138061" y="1954872"/>
                  </a:lnTo>
                  <a:lnTo>
                    <a:pt x="195630" y="1969566"/>
                  </a:lnTo>
                  <a:lnTo>
                    <a:pt x="256184" y="1984248"/>
                  </a:lnTo>
                  <a:lnTo>
                    <a:pt x="316509" y="1998319"/>
                  </a:lnTo>
                  <a:lnTo>
                    <a:pt x="373380" y="2011172"/>
                  </a:lnTo>
                  <a:lnTo>
                    <a:pt x="463969" y="2030882"/>
                  </a:lnTo>
                  <a:lnTo>
                    <a:pt x="485444" y="2017255"/>
                  </a:lnTo>
                  <a:lnTo>
                    <a:pt x="500037" y="1979155"/>
                  </a:lnTo>
                  <a:lnTo>
                    <a:pt x="506234" y="1936242"/>
                  </a:lnTo>
                  <a:close/>
                </a:path>
                <a:path w="920115" h="2031364">
                  <a:moveTo>
                    <a:pt x="609561" y="1488033"/>
                  </a:moveTo>
                  <a:lnTo>
                    <a:pt x="588378" y="1446326"/>
                  </a:lnTo>
                  <a:lnTo>
                    <a:pt x="525246" y="1426362"/>
                  </a:lnTo>
                  <a:lnTo>
                    <a:pt x="343408" y="1384820"/>
                  </a:lnTo>
                  <a:lnTo>
                    <a:pt x="276783" y="1370101"/>
                  </a:lnTo>
                  <a:lnTo>
                    <a:pt x="215392" y="1357109"/>
                  </a:lnTo>
                  <a:lnTo>
                    <a:pt x="167551" y="1347927"/>
                  </a:lnTo>
                  <a:lnTo>
                    <a:pt x="141592" y="1344637"/>
                  </a:lnTo>
                  <a:lnTo>
                    <a:pt x="124764" y="1360576"/>
                  </a:lnTo>
                  <a:lnTo>
                    <a:pt x="110934" y="1396276"/>
                  </a:lnTo>
                  <a:lnTo>
                    <a:pt x="103327" y="1434947"/>
                  </a:lnTo>
                  <a:lnTo>
                    <a:pt x="105156" y="1459826"/>
                  </a:lnTo>
                  <a:lnTo>
                    <a:pt x="148043" y="1479664"/>
                  </a:lnTo>
                  <a:lnTo>
                    <a:pt x="190017" y="1492567"/>
                  </a:lnTo>
                  <a:lnTo>
                    <a:pt x="241388" y="1506664"/>
                  </a:lnTo>
                  <a:lnTo>
                    <a:pt x="298958" y="1521358"/>
                  </a:lnTo>
                  <a:lnTo>
                    <a:pt x="359511" y="1536026"/>
                  </a:lnTo>
                  <a:lnTo>
                    <a:pt x="419836" y="1550098"/>
                  </a:lnTo>
                  <a:lnTo>
                    <a:pt x="476707" y="1562963"/>
                  </a:lnTo>
                  <a:lnTo>
                    <a:pt x="567296" y="1582674"/>
                  </a:lnTo>
                  <a:lnTo>
                    <a:pt x="588772" y="1569046"/>
                  </a:lnTo>
                  <a:lnTo>
                    <a:pt x="603364" y="1530934"/>
                  </a:lnTo>
                  <a:lnTo>
                    <a:pt x="609561" y="1488033"/>
                  </a:lnTo>
                  <a:close/>
                </a:path>
                <a:path w="920115" h="2031364">
                  <a:moveTo>
                    <a:pt x="712889" y="1039812"/>
                  </a:moveTo>
                  <a:lnTo>
                    <a:pt x="691718" y="998118"/>
                  </a:lnTo>
                  <a:lnTo>
                    <a:pt x="628573" y="978154"/>
                  </a:lnTo>
                  <a:lnTo>
                    <a:pt x="446735" y="936612"/>
                  </a:lnTo>
                  <a:lnTo>
                    <a:pt x="380111" y="921880"/>
                  </a:lnTo>
                  <a:lnTo>
                    <a:pt x="318719" y="908900"/>
                  </a:lnTo>
                  <a:lnTo>
                    <a:pt x="270878" y="899718"/>
                  </a:lnTo>
                  <a:lnTo>
                    <a:pt x="244919" y="896416"/>
                  </a:lnTo>
                  <a:lnTo>
                    <a:pt x="228092" y="912368"/>
                  </a:lnTo>
                  <a:lnTo>
                    <a:pt x="214261" y="948055"/>
                  </a:lnTo>
                  <a:lnTo>
                    <a:pt x="206654" y="986726"/>
                  </a:lnTo>
                  <a:lnTo>
                    <a:pt x="208495" y="1011593"/>
                  </a:lnTo>
                  <a:lnTo>
                    <a:pt x="251371" y="1031443"/>
                  </a:lnTo>
                  <a:lnTo>
                    <a:pt x="293344" y="1044346"/>
                  </a:lnTo>
                  <a:lnTo>
                    <a:pt x="344728" y="1058443"/>
                  </a:lnTo>
                  <a:lnTo>
                    <a:pt x="402297" y="1073137"/>
                  </a:lnTo>
                  <a:lnTo>
                    <a:pt x="462838" y="1087818"/>
                  </a:lnTo>
                  <a:lnTo>
                    <a:pt x="523163" y="1101890"/>
                  </a:lnTo>
                  <a:lnTo>
                    <a:pt x="580047" y="1114755"/>
                  </a:lnTo>
                  <a:lnTo>
                    <a:pt x="670623" y="1134465"/>
                  </a:lnTo>
                  <a:lnTo>
                    <a:pt x="692111" y="1120825"/>
                  </a:lnTo>
                  <a:lnTo>
                    <a:pt x="706691" y="1082725"/>
                  </a:lnTo>
                  <a:lnTo>
                    <a:pt x="712889" y="1039812"/>
                  </a:lnTo>
                  <a:close/>
                </a:path>
                <a:path w="920115" h="2031364">
                  <a:moveTo>
                    <a:pt x="816229" y="591604"/>
                  </a:moveTo>
                  <a:lnTo>
                    <a:pt x="795045" y="549897"/>
                  </a:lnTo>
                  <a:lnTo>
                    <a:pt x="731901" y="529945"/>
                  </a:lnTo>
                  <a:lnTo>
                    <a:pt x="550062" y="488403"/>
                  </a:lnTo>
                  <a:lnTo>
                    <a:pt x="483450" y="473671"/>
                  </a:lnTo>
                  <a:lnTo>
                    <a:pt x="422046" y="460692"/>
                  </a:lnTo>
                  <a:lnTo>
                    <a:pt x="374205" y="451510"/>
                  </a:lnTo>
                  <a:lnTo>
                    <a:pt x="348246" y="448221"/>
                  </a:lnTo>
                  <a:lnTo>
                    <a:pt x="331419" y="464159"/>
                  </a:lnTo>
                  <a:lnTo>
                    <a:pt x="317588" y="499846"/>
                  </a:lnTo>
                  <a:lnTo>
                    <a:pt x="309981" y="538518"/>
                  </a:lnTo>
                  <a:lnTo>
                    <a:pt x="311823" y="563397"/>
                  </a:lnTo>
                  <a:lnTo>
                    <a:pt x="354698" y="583234"/>
                  </a:lnTo>
                  <a:lnTo>
                    <a:pt x="396671" y="596150"/>
                  </a:lnTo>
                  <a:lnTo>
                    <a:pt x="448056" y="610247"/>
                  </a:lnTo>
                  <a:lnTo>
                    <a:pt x="505625" y="624928"/>
                  </a:lnTo>
                  <a:lnTo>
                    <a:pt x="566178" y="639610"/>
                  </a:lnTo>
                  <a:lnTo>
                    <a:pt x="626491" y="653681"/>
                  </a:lnTo>
                  <a:lnTo>
                    <a:pt x="683374" y="666546"/>
                  </a:lnTo>
                  <a:lnTo>
                    <a:pt x="773963" y="686244"/>
                  </a:lnTo>
                  <a:lnTo>
                    <a:pt x="795439" y="672617"/>
                  </a:lnTo>
                  <a:lnTo>
                    <a:pt x="810018" y="634517"/>
                  </a:lnTo>
                  <a:lnTo>
                    <a:pt x="816229" y="591604"/>
                  </a:lnTo>
                  <a:close/>
                </a:path>
                <a:path w="920115" h="2031364">
                  <a:moveTo>
                    <a:pt x="919556" y="143395"/>
                  </a:moveTo>
                  <a:lnTo>
                    <a:pt x="898372" y="101688"/>
                  </a:lnTo>
                  <a:lnTo>
                    <a:pt x="835240" y="81737"/>
                  </a:lnTo>
                  <a:lnTo>
                    <a:pt x="653389" y="40195"/>
                  </a:lnTo>
                  <a:lnTo>
                    <a:pt x="586778" y="25463"/>
                  </a:lnTo>
                  <a:lnTo>
                    <a:pt x="525386" y="12471"/>
                  </a:lnTo>
                  <a:lnTo>
                    <a:pt x="477545" y="3302"/>
                  </a:lnTo>
                  <a:lnTo>
                    <a:pt x="451573" y="0"/>
                  </a:lnTo>
                  <a:lnTo>
                    <a:pt x="434746" y="15938"/>
                  </a:lnTo>
                  <a:lnTo>
                    <a:pt x="420928" y="51638"/>
                  </a:lnTo>
                  <a:lnTo>
                    <a:pt x="413321" y="90309"/>
                  </a:lnTo>
                  <a:lnTo>
                    <a:pt x="415150" y="115189"/>
                  </a:lnTo>
                  <a:lnTo>
                    <a:pt x="458025" y="135026"/>
                  </a:lnTo>
                  <a:lnTo>
                    <a:pt x="499999" y="147942"/>
                  </a:lnTo>
                  <a:lnTo>
                    <a:pt x="551383" y="162026"/>
                  </a:lnTo>
                  <a:lnTo>
                    <a:pt x="608952" y="176720"/>
                  </a:lnTo>
                  <a:lnTo>
                    <a:pt x="669505" y="191401"/>
                  </a:lnTo>
                  <a:lnTo>
                    <a:pt x="729818" y="205473"/>
                  </a:lnTo>
                  <a:lnTo>
                    <a:pt x="786701" y="218338"/>
                  </a:lnTo>
                  <a:lnTo>
                    <a:pt x="877290" y="238048"/>
                  </a:lnTo>
                  <a:lnTo>
                    <a:pt x="898766" y="224409"/>
                  </a:lnTo>
                  <a:lnTo>
                    <a:pt x="913358" y="186296"/>
                  </a:lnTo>
                  <a:lnTo>
                    <a:pt x="919556" y="1433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828422" y="3041533"/>
              <a:ext cx="636905" cy="629920"/>
            </a:xfrm>
            <a:custGeom>
              <a:avLst/>
              <a:gdLst/>
              <a:ahLst/>
              <a:cxnLst/>
              <a:rect l="l" t="t" r="r" b="b"/>
              <a:pathLst>
                <a:path w="636905" h="629920">
                  <a:moveTo>
                    <a:pt x="261011" y="625521"/>
                  </a:moveTo>
                  <a:lnTo>
                    <a:pt x="217084" y="615060"/>
                  </a:lnTo>
                  <a:lnTo>
                    <a:pt x="176101" y="599034"/>
                  </a:lnTo>
                  <a:lnTo>
                    <a:pt x="139266" y="578198"/>
                  </a:lnTo>
                  <a:lnTo>
                    <a:pt x="106630" y="553093"/>
                  </a:lnTo>
                  <a:lnTo>
                    <a:pt x="78244" y="524261"/>
                  </a:lnTo>
                  <a:lnTo>
                    <a:pt x="54158" y="492244"/>
                  </a:lnTo>
                  <a:lnTo>
                    <a:pt x="34423" y="457585"/>
                  </a:lnTo>
                  <a:lnTo>
                    <a:pt x="19089" y="420824"/>
                  </a:lnTo>
                  <a:lnTo>
                    <a:pt x="8207" y="382504"/>
                  </a:lnTo>
                  <a:lnTo>
                    <a:pt x="1827" y="343167"/>
                  </a:lnTo>
                  <a:lnTo>
                    <a:pt x="0" y="303355"/>
                  </a:lnTo>
                  <a:lnTo>
                    <a:pt x="2775" y="263609"/>
                  </a:lnTo>
                  <a:lnTo>
                    <a:pt x="10205" y="224471"/>
                  </a:lnTo>
                  <a:lnTo>
                    <a:pt x="22339" y="186483"/>
                  </a:lnTo>
                  <a:lnTo>
                    <a:pt x="39227" y="150187"/>
                  </a:lnTo>
                  <a:lnTo>
                    <a:pt x="60921" y="116125"/>
                  </a:lnTo>
                  <a:lnTo>
                    <a:pt x="87471" y="84839"/>
                  </a:lnTo>
                  <a:lnTo>
                    <a:pt x="118927" y="56870"/>
                  </a:lnTo>
                  <a:lnTo>
                    <a:pt x="155340" y="32761"/>
                  </a:lnTo>
                  <a:lnTo>
                    <a:pt x="199662" y="13212"/>
                  </a:lnTo>
                  <a:lnTo>
                    <a:pt x="246449" y="2469"/>
                  </a:lnTo>
                  <a:lnTo>
                    <a:pt x="294418" y="0"/>
                  </a:lnTo>
                  <a:lnTo>
                    <a:pt x="342284" y="5268"/>
                  </a:lnTo>
                  <a:lnTo>
                    <a:pt x="388765" y="17741"/>
                  </a:lnTo>
                  <a:lnTo>
                    <a:pt x="432576" y="36884"/>
                  </a:lnTo>
                  <a:lnTo>
                    <a:pt x="476613" y="63956"/>
                  </a:lnTo>
                  <a:lnTo>
                    <a:pt x="518699" y="97266"/>
                  </a:lnTo>
                  <a:lnTo>
                    <a:pt x="557026" y="135610"/>
                  </a:lnTo>
                  <a:lnTo>
                    <a:pt x="589787" y="177783"/>
                  </a:lnTo>
                  <a:lnTo>
                    <a:pt x="615171" y="222581"/>
                  </a:lnTo>
                  <a:lnTo>
                    <a:pt x="631372" y="268798"/>
                  </a:lnTo>
                  <a:lnTo>
                    <a:pt x="636580" y="315230"/>
                  </a:lnTo>
                  <a:lnTo>
                    <a:pt x="632622" y="359633"/>
                  </a:lnTo>
                  <a:lnTo>
                    <a:pt x="622810" y="401867"/>
                  </a:lnTo>
                  <a:lnTo>
                    <a:pt x="607608" y="441591"/>
                  </a:lnTo>
                  <a:lnTo>
                    <a:pt x="587478" y="478462"/>
                  </a:lnTo>
                  <a:lnTo>
                    <a:pt x="562885" y="512139"/>
                  </a:lnTo>
                  <a:lnTo>
                    <a:pt x="534290" y="542280"/>
                  </a:lnTo>
                  <a:lnTo>
                    <a:pt x="502158" y="568542"/>
                  </a:lnTo>
                  <a:lnTo>
                    <a:pt x="466951" y="590584"/>
                  </a:lnTo>
                  <a:lnTo>
                    <a:pt x="429133" y="608064"/>
                  </a:lnTo>
                  <a:lnTo>
                    <a:pt x="389167" y="620639"/>
                  </a:lnTo>
                  <a:lnTo>
                    <a:pt x="347515" y="627969"/>
                  </a:lnTo>
                  <a:lnTo>
                    <a:pt x="304642" y="629710"/>
                  </a:lnTo>
                  <a:lnTo>
                    <a:pt x="261011" y="625521"/>
                  </a:lnTo>
                  <a:close/>
                </a:path>
              </a:pathLst>
            </a:custGeom>
            <a:solidFill>
              <a:srgbClr val="B8E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40782" y="374597"/>
            <a:ext cx="406527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spc="130" dirty="0"/>
              <a:t>Expected</a:t>
            </a:r>
            <a:r>
              <a:rPr sz="3900" spc="-70" dirty="0"/>
              <a:t> </a:t>
            </a:r>
            <a:r>
              <a:rPr sz="3900" spc="60" dirty="0"/>
              <a:t>Outcome</a:t>
            </a:r>
            <a:endParaRPr sz="3900"/>
          </a:p>
        </p:txBody>
      </p:sp>
      <p:sp>
        <p:nvSpPr>
          <p:cNvPr id="10" name="object 10"/>
          <p:cNvSpPr txBox="1"/>
          <p:nvPr/>
        </p:nvSpPr>
        <p:spPr>
          <a:xfrm>
            <a:off x="602486" y="1654186"/>
            <a:ext cx="8616950" cy="84899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73380" indent="-322580">
              <a:lnSpc>
                <a:spcPct val="100000"/>
              </a:lnSpc>
              <a:spcBef>
                <a:spcPts val="820"/>
              </a:spcBef>
              <a:buChar char="*"/>
              <a:tabLst>
                <a:tab pos="373380" algn="l"/>
              </a:tabLst>
            </a:pPr>
            <a:r>
              <a:rPr sz="3900" spc="245" dirty="0">
                <a:latin typeface="Calibri" panose="020F0502020204030204"/>
                <a:cs typeface="Calibri" panose="020F0502020204030204"/>
              </a:rPr>
              <a:t>Fast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4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75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0" dirty="0">
                <a:latin typeface="Calibri" panose="020F0502020204030204"/>
                <a:cs typeface="Calibri" panose="020F0502020204030204"/>
              </a:rPr>
              <a:t>retrieval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200" dirty="0">
                <a:latin typeface="Calibri" panose="020F0502020204030204"/>
                <a:cs typeface="Calibri" panose="020F0502020204030204"/>
              </a:rPr>
              <a:t>Accurate</a:t>
            </a:r>
            <a:r>
              <a:rPr sz="3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4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04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0" dirty="0">
                <a:latin typeface="Calibri" panose="020F0502020204030204"/>
                <a:cs typeface="Calibri" panose="020F0502020204030204"/>
              </a:rPr>
              <a:t>search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175" dirty="0">
                <a:latin typeface="Calibri" panose="020F0502020204030204"/>
                <a:cs typeface="Calibri" panose="020F0502020204030204"/>
              </a:rPr>
              <a:t>Efficient</a:t>
            </a:r>
            <a:r>
              <a:rPr sz="39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5" dirty="0">
                <a:latin typeface="Calibri" panose="020F0502020204030204"/>
                <a:cs typeface="Calibri" panose="020F0502020204030204"/>
              </a:rPr>
              <a:t>string-</a:t>
            </a:r>
            <a:r>
              <a:rPr sz="3900" spc="145" dirty="0">
                <a:latin typeface="Calibri" panose="020F0502020204030204"/>
                <a:cs typeface="Calibri" panose="020F0502020204030204"/>
              </a:rPr>
              <a:t>based</a:t>
            </a:r>
            <a:r>
              <a:rPr sz="3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9" dirty="0">
                <a:latin typeface="Calibri" panose="020F0502020204030204"/>
                <a:cs typeface="Calibri" panose="020F0502020204030204"/>
              </a:rPr>
              <a:t>searching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125" dirty="0">
                <a:latin typeface="Calibri" panose="020F0502020204030204"/>
                <a:cs typeface="Calibri" panose="020F0502020204030204"/>
              </a:rPr>
              <a:t>Reduced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9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9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20" dirty="0">
                <a:latin typeface="Calibri" panose="020F0502020204030204"/>
                <a:cs typeface="Calibri" panose="020F0502020204030204"/>
              </a:rPr>
              <a:t>time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165" dirty="0">
                <a:latin typeface="Calibri" panose="020F0502020204030204"/>
                <a:cs typeface="Calibri" panose="020F0502020204030204"/>
              </a:rPr>
              <a:t>Improved</a:t>
            </a:r>
            <a:r>
              <a:rPr sz="39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9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9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75" dirty="0">
                <a:latin typeface="Calibri" panose="020F0502020204030204"/>
                <a:cs typeface="Calibri" panose="020F0502020204030204"/>
              </a:rPr>
              <a:t>accuracy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3240"/>
              </a:spcBef>
            </a:pPr>
            <a:r>
              <a:rPr sz="3800" spc="170" dirty="0">
                <a:latin typeface="Calibri" panose="020F0502020204030204"/>
                <a:cs typeface="Calibri" panose="020F0502020204030204"/>
              </a:rPr>
              <a:t>Future</a:t>
            </a:r>
            <a:r>
              <a:rPr sz="3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70" dirty="0">
                <a:latin typeface="Calibri" panose="020F0502020204030204"/>
                <a:cs typeface="Calibri" panose="020F0502020204030204"/>
              </a:rPr>
              <a:t>Enhancements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3800">
              <a:latin typeface="Calibri" panose="020F0502020204030204"/>
              <a:cs typeface="Calibri" panose="020F0502020204030204"/>
            </a:endParaRPr>
          </a:p>
          <a:p>
            <a:pPr marL="328295" indent="-315595">
              <a:lnSpc>
                <a:spcPct val="100000"/>
              </a:lnSpc>
              <a:buChar char="*"/>
              <a:tabLst>
                <a:tab pos="328295" algn="l"/>
              </a:tabLst>
            </a:pPr>
            <a:r>
              <a:rPr sz="3800" spc="180" dirty="0">
                <a:latin typeface="Calibri" panose="020F0502020204030204"/>
                <a:cs typeface="Calibri" panose="020F0502020204030204"/>
              </a:rPr>
              <a:t>AI-</a:t>
            </a:r>
            <a:r>
              <a:rPr sz="3800" spc="150" dirty="0">
                <a:latin typeface="Calibri" panose="020F0502020204030204"/>
                <a:cs typeface="Calibri" panose="020F0502020204030204"/>
              </a:rPr>
              <a:t>based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55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4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15" dirty="0">
                <a:latin typeface="Calibri" panose="020F0502020204030204"/>
                <a:cs typeface="Calibri" panose="020F0502020204030204"/>
              </a:rPr>
              <a:t>search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 marL="328295" indent="-315595">
              <a:lnSpc>
                <a:spcPct val="100000"/>
              </a:lnSpc>
              <a:spcBef>
                <a:spcPts val="745"/>
              </a:spcBef>
              <a:buChar char="*"/>
              <a:tabLst>
                <a:tab pos="328295" algn="l"/>
              </a:tabLst>
            </a:pPr>
            <a:r>
              <a:rPr sz="3800" spc="254" dirty="0">
                <a:latin typeface="Calibri" panose="020F0502020204030204"/>
                <a:cs typeface="Calibri" panose="020F0502020204030204"/>
              </a:rPr>
              <a:t>Natural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29" dirty="0">
                <a:latin typeface="Calibri" panose="020F0502020204030204"/>
                <a:cs typeface="Calibri" panose="020F0502020204030204"/>
              </a:rPr>
              <a:t>language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25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70" dirty="0">
                <a:latin typeface="Calibri" panose="020F0502020204030204"/>
                <a:cs typeface="Calibri" panose="020F0502020204030204"/>
              </a:rPr>
              <a:t>support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 marL="328295" indent="-315595">
              <a:lnSpc>
                <a:spcPct val="100000"/>
              </a:lnSpc>
              <a:spcBef>
                <a:spcPts val="750"/>
              </a:spcBef>
              <a:buChar char="*"/>
              <a:tabLst>
                <a:tab pos="328295" algn="l"/>
              </a:tabLst>
            </a:pPr>
            <a:r>
              <a:rPr sz="3800" spc="80" dirty="0">
                <a:latin typeface="Calibri" panose="020F0502020204030204"/>
                <a:cs typeface="Calibri" panose="020F0502020204030204"/>
              </a:rPr>
              <a:t>Voice-</a:t>
            </a:r>
            <a:r>
              <a:rPr sz="3800" spc="150" dirty="0">
                <a:latin typeface="Calibri" panose="020F0502020204030204"/>
                <a:cs typeface="Calibri" panose="020F0502020204030204"/>
              </a:rPr>
              <a:t>based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4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8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15" dirty="0">
                <a:latin typeface="Calibri" panose="020F0502020204030204"/>
                <a:cs typeface="Calibri" panose="020F0502020204030204"/>
              </a:rPr>
              <a:t>search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 marL="12700" marR="5080" indent="315595">
              <a:lnSpc>
                <a:spcPct val="116000"/>
              </a:lnSpc>
              <a:buChar char="*"/>
              <a:tabLst>
                <a:tab pos="328295" algn="l"/>
              </a:tabLst>
            </a:pPr>
            <a:r>
              <a:rPr sz="3800" spc="305" dirty="0">
                <a:latin typeface="Calibri" panose="020F0502020204030204"/>
                <a:cs typeface="Calibri" panose="020F0502020204030204"/>
              </a:rPr>
              <a:t>Fuzzy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35" dirty="0">
                <a:latin typeface="Calibri" panose="020F0502020204030204"/>
                <a:cs typeface="Calibri" panose="020F0502020204030204"/>
              </a:rPr>
              <a:t>matching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10" dirty="0">
                <a:latin typeface="Calibri" panose="020F0502020204030204"/>
                <a:cs typeface="Calibri" panose="020F0502020204030204"/>
              </a:rPr>
              <a:t>for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60" dirty="0">
                <a:latin typeface="Calibri" panose="020F0502020204030204"/>
                <a:cs typeface="Calibri" panose="020F0502020204030204"/>
              </a:rPr>
              <a:t>misspelled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35" dirty="0">
                <a:latin typeface="Calibri" panose="020F0502020204030204"/>
                <a:cs typeface="Calibri" panose="020F0502020204030204"/>
              </a:rPr>
              <a:t>patient </a:t>
            </a:r>
            <a:r>
              <a:rPr sz="3800" spc="200" dirty="0">
                <a:latin typeface="Calibri" panose="020F0502020204030204"/>
                <a:cs typeface="Calibri" panose="020F0502020204030204"/>
              </a:rPr>
              <a:t>information</a:t>
            </a:r>
            <a:endParaRPr sz="3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16277" y="0"/>
            <a:ext cx="8572500" cy="10287000"/>
            <a:chOff x="9716277" y="0"/>
            <a:chExt cx="85725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529541" y="3919690"/>
              <a:ext cx="3758458" cy="44234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6277" y="0"/>
              <a:ext cx="8572060" cy="102870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16000" y="5120075"/>
            <a:ext cx="4151629" cy="3006090"/>
          </a:xfrm>
          <a:prstGeom prst="rect">
            <a:avLst/>
          </a:prstGeom>
        </p:spPr>
        <p:txBody>
          <a:bodyPr vert="horz" wrap="square" lIns="0" tIns="474980" rIns="0" bIns="0" rtlCol="0">
            <a:spAutoFit/>
          </a:bodyPr>
          <a:lstStyle/>
          <a:p>
            <a:pPr marL="12700" marR="5080">
              <a:lnSpc>
                <a:spcPct val="73000"/>
              </a:lnSpc>
              <a:spcBef>
                <a:spcPts val="3740"/>
              </a:spcBef>
            </a:pPr>
            <a:r>
              <a:rPr sz="11300" spc="88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Thank </a:t>
            </a:r>
            <a:r>
              <a:rPr sz="11300" spc="30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113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3472</Words>
  <Application>WPS Presentation</Application>
  <PresentationFormat>On-screen Show (4:3)</PresentationFormat>
  <Paragraphs>74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Arial MT</vt:lpstr>
      <vt:lpstr>Microsoft YaHei</vt:lpstr>
      <vt:lpstr>Arial Unicode MS</vt:lpstr>
      <vt:lpstr>Office Theme</vt:lpstr>
      <vt:lpstr>MEDI</vt:lpstr>
      <vt:lpstr>Abstract</vt:lpstr>
      <vt:lpstr>Problem Statement</vt:lpstr>
      <vt:lpstr>Why This Project</vt:lpstr>
      <vt:lpstr>PowerPoint 演示文稿</vt:lpstr>
      <vt:lpstr>PowerPoint 演示文稿</vt:lpstr>
      <vt:lpstr>DSA CONCEPTS</vt:lpstr>
      <vt:lpstr>Expected Outcome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</dc:title>
  <dc:creator>MAREPALLY AKHILA</dc:creator>
  <cp:keywords>DAHSF_TzbYE,BAHSF0r95z4</cp:keywords>
  <cp:lastModifiedBy>Akhila Reddy</cp:lastModifiedBy>
  <cp:revision>1</cp:revision>
  <dcterms:created xsi:type="dcterms:W3CDTF">2026-08-13T06:59:30Z</dcterms:created>
  <dcterms:modified xsi:type="dcterms:W3CDTF">2026-08-13T06:59:30Z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2026-08-12T05:30:00Z</vt:filetime>
  </property>
  <property fmtid="{D5CDD505-2E9C-101B-9397-08002B2CF9AE}" pid="4" name="Creator">
    <vt:lpwstr>Canva</vt:lpwstr>
  </property>
  <property fmtid="{D5CDD505-2E9C-101B-9397-08002B2CF9AE}" pid="5" name="LastSaved">
    <vt:filetime>2026-08-13T05:30:00Z</vt:filetime>
  </property>
  <property fmtid="{D5CDD505-2E9C-101B-9397-08002B2CF9AE}" pid="6" name="Producer">
    <vt:lpwstr>Canva</vt:lpwstr>
  </property>
  <property fmtid="{D5CDD505-2E9C-101B-9397-08002B2CF9AE}" pid="7" name="ICV">
    <vt:lpwstr>6DE0AD2D5EB9401996B7E151139BE0C9_12</vt:lpwstr>
  </property>
  <property fmtid="{D5CDD505-2E9C-101B-9397-08002B2CF9AE}" pid="8" name="KSOProductBuildVer">
    <vt:lpwstr>1033-12.1.0.28032</vt:lpwstr>
  </property>
</Properties>
</file>